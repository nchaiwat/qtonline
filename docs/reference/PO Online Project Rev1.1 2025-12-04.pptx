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396" r:id="rId2"/>
    <p:sldId id="398" r:id="rId3"/>
    <p:sldId id="400" r:id="rId4"/>
    <p:sldId id="405" r:id="rId5"/>
    <p:sldId id="399" r:id="rId6"/>
    <p:sldId id="406" r:id="rId7"/>
    <p:sldId id="401" r:id="rId8"/>
    <p:sldId id="404" r:id="rId9"/>
    <p:sldId id="397" r:id="rId10"/>
    <p:sldId id="304" r:id="rId11"/>
    <p:sldId id="407" r:id="rId12"/>
    <p:sldId id="402" r:id="rId13"/>
    <p:sldId id="403" r:id="rId14"/>
    <p:sldId id="386" r:id="rId15"/>
  </p:sldIdLst>
  <p:sldSz cx="12192000" cy="6858000"/>
  <p:notesSz cx="6858000" cy="9144000"/>
  <p:embeddedFontLst>
    <p:embeddedFont>
      <p:font typeface="Prompt" panose="00000500000000000000" pitchFamily="2" charset="-34"/>
      <p:regular r:id="rId17"/>
      <p:bold r:id="rId18"/>
      <p:italic r:id="rId19"/>
      <p:boldItalic r:id="rId20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7300"/>
    <a:srgbClr val="636363"/>
    <a:srgbClr val="9E480E"/>
    <a:srgbClr val="264478"/>
    <a:srgbClr val="70AD47"/>
    <a:srgbClr val="5B9BD5"/>
    <a:srgbClr val="338C24"/>
    <a:srgbClr val="FFC000"/>
    <a:srgbClr val="A5A5A5"/>
    <a:srgbClr val="698E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ไม่มีสไตล์ ไม่มีเส้นตาราง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สไตล์ธีม 1 - เน้น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สไตล์ธีม 1 - เน้น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สไตล์ธีม 1 - เน้น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สไตล์สีอ่อน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สไตล์สีปานกลาง 4 - เน้น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สไตล์สีปานกลาง 2 - เน้น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ไม่มีสไตล์, เส้นตาราง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สไตล์สีปานกลาง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สไตล์สีอ่อน 1 - เน้น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สไตล์สีปานกลาง 1 - เน้น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สไตล์สีปานกลาง 2 - เน้น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สไตล์สีปานกลาง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9631B5-78F2-41C9-869B-9F39066F8104}" styleName="สไตล์สีปานกลาง 3 - เน้น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สไตล์สีปานกลาง 4 - เน้น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สไตล์สีปานกลาง 4 - เน้น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สไตล์สีปานกลาง 4 - เน้น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สไตล์สีปานกลาง 2 - เน้น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สไตล์สีอ่อน 1 - เน้น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EBBBCC-DAD2-459C-BE2E-F6DE35CF9A28}" styleName="สไตล์สีเข้ม 2 - เน้น 3/เน้น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สไตล์สีปานกลาง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สไตล์สีปานกลาง 3 - เน้น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สไตล์สีปานกลาง 1 - เน้น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สไตล์ธีม 1 - เน้น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5C84A9-5E1E-47E8-AF3A-E85FDFFC80F1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519DBF-D042-49F9-AA76-C0EA698E3347}">
      <dgm:prSet phldrT="[Text]" phldr="0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th-TH" dirty="0"/>
            <a:t>พัฒนาระบบ</a:t>
          </a:r>
          <a:endParaRPr lang="en-US" dirty="0"/>
        </a:p>
      </dgm:t>
    </dgm:pt>
    <dgm:pt modelId="{7E203D02-EE65-4191-A279-FFADA6373C0A}" type="parTrans" cxnId="{021ECFA6-0C1C-4A15-9814-B59EAB46FE00}">
      <dgm:prSet/>
      <dgm:spPr/>
      <dgm:t>
        <a:bodyPr/>
        <a:lstStyle/>
        <a:p>
          <a:endParaRPr lang="en-US"/>
        </a:p>
      </dgm:t>
    </dgm:pt>
    <dgm:pt modelId="{D90793A8-45BF-4E41-8D32-521A71457463}" type="sibTrans" cxnId="{021ECFA6-0C1C-4A15-9814-B59EAB46FE00}">
      <dgm:prSet/>
      <dgm:spPr/>
      <dgm:t>
        <a:bodyPr/>
        <a:lstStyle/>
        <a:p>
          <a:endParaRPr lang="en-US"/>
        </a:p>
      </dgm:t>
    </dgm:pt>
    <dgm:pt modelId="{81879CE6-58D5-430F-B439-CB2B78B58061}">
      <dgm:prSet phldrT="[Text]" phldr="0"/>
      <dgm:spPr/>
      <dgm:t>
        <a:bodyPr/>
        <a:lstStyle/>
        <a:p>
          <a:r>
            <a:rPr lang="th-TH" dirty="0"/>
            <a:t>ศึกษาระบบเดิม</a:t>
          </a:r>
          <a:endParaRPr lang="en-US" dirty="0"/>
        </a:p>
      </dgm:t>
    </dgm:pt>
    <dgm:pt modelId="{81AD0FFC-10A2-435E-A133-B1EA414A3C4B}" type="parTrans" cxnId="{F7625684-6268-463D-8242-303E6717D2F9}">
      <dgm:prSet/>
      <dgm:spPr/>
      <dgm:t>
        <a:bodyPr/>
        <a:lstStyle/>
        <a:p>
          <a:endParaRPr lang="en-US"/>
        </a:p>
      </dgm:t>
    </dgm:pt>
    <dgm:pt modelId="{688DFEC0-A707-4072-AE10-58D6ACAC2502}" type="sibTrans" cxnId="{F7625684-6268-463D-8242-303E6717D2F9}">
      <dgm:prSet/>
      <dgm:spPr/>
      <dgm:t>
        <a:bodyPr/>
        <a:lstStyle/>
        <a:p>
          <a:endParaRPr lang="en-US"/>
        </a:p>
      </dgm:t>
    </dgm:pt>
    <dgm:pt modelId="{CE5F97A8-1A78-488E-B941-8672044165AD}">
      <dgm:prSet phldrT="[Text]" phldr="0"/>
      <dgm:spPr/>
      <dgm:t>
        <a:bodyPr/>
        <a:lstStyle/>
        <a:p>
          <a:r>
            <a:rPr lang="th-TH" dirty="0"/>
            <a:t>เชียนระบบใหม่</a:t>
          </a:r>
          <a:endParaRPr lang="en-US" dirty="0"/>
        </a:p>
      </dgm:t>
    </dgm:pt>
    <dgm:pt modelId="{541B39E4-BDFF-48CC-946C-A599E4E20892}" type="parTrans" cxnId="{B4AAB6FD-75BE-463A-9D71-D0B48DFEA206}">
      <dgm:prSet/>
      <dgm:spPr/>
      <dgm:t>
        <a:bodyPr/>
        <a:lstStyle/>
        <a:p>
          <a:endParaRPr lang="en-US"/>
        </a:p>
      </dgm:t>
    </dgm:pt>
    <dgm:pt modelId="{9979DD82-33DB-4776-93B5-ABF54C03A7D7}" type="sibTrans" cxnId="{B4AAB6FD-75BE-463A-9D71-D0B48DFEA206}">
      <dgm:prSet/>
      <dgm:spPr/>
      <dgm:t>
        <a:bodyPr/>
        <a:lstStyle/>
        <a:p>
          <a:endParaRPr lang="en-US"/>
        </a:p>
      </dgm:t>
    </dgm:pt>
    <dgm:pt modelId="{78BB3437-2887-4237-B823-80306C319D26}">
      <dgm:prSet phldrT="[Text]" phldr="0"/>
      <dgm:spPr/>
      <dgm:t>
        <a:bodyPr/>
        <a:lstStyle/>
        <a:p>
          <a:r>
            <a:rPr lang="th-TH" dirty="0"/>
            <a:t>ทดสอบ</a:t>
          </a:r>
          <a:endParaRPr lang="en-US" dirty="0"/>
        </a:p>
      </dgm:t>
    </dgm:pt>
    <dgm:pt modelId="{1DF1F529-2A44-48D8-A296-EC7B814563FC}" type="parTrans" cxnId="{86544979-19E5-4101-AA45-C56333F1F70A}">
      <dgm:prSet/>
      <dgm:spPr/>
      <dgm:t>
        <a:bodyPr/>
        <a:lstStyle/>
        <a:p>
          <a:endParaRPr lang="en-US"/>
        </a:p>
      </dgm:t>
    </dgm:pt>
    <dgm:pt modelId="{C3A9CD04-DF70-4FD9-801B-C61169EA98F8}" type="sibTrans" cxnId="{86544979-19E5-4101-AA45-C56333F1F70A}">
      <dgm:prSet/>
      <dgm:spPr/>
      <dgm:t>
        <a:bodyPr/>
        <a:lstStyle/>
        <a:p>
          <a:endParaRPr lang="en-US"/>
        </a:p>
      </dgm:t>
    </dgm:pt>
    <dgm:pt modelId="{3F2333F6-82DC-47D9-9179-0161C40460F9}">
      <dgm:prSet phldrT="[Text]" phldr="0"/>
      <dgm:spPr/>
      <dgm:t>
        <a:bodyPr/>
        <a:lstStyle/>
        <a:p>
          <a:r>
            <a:rPr lang="th-TH" dirty="0"/>
            <a:t>ผู้ใช้งานทดสอบเมื่อพร้อม</a:t>
          </a:r>
          <a:endParaRPr lang="en-US" dirty="0"/>
        </a:p>
      </dgm:t>
    </dgm:pt>
    <dgm:pt modelId="{53FB96FC-3501-43AA-88B3-E2FE55101CFF}" type="parTrans" cxnId="{448DE4CE-3C71-46F7-903C-888375A5E6CA}">
      <dgm:prSet/>
      <dgm:spPr/>
      <dgm:t>
        <a:bodyPr/>
        <a:lstStyle/>
        <a:p>
          <a:endParaRPr lang="en-US"/>
        </a:p>
      </dgm:t>
    </dgm:pt>
    <dgm:pt modelId="{331A9753-02D5-4D8D-B7BE-6D66D4D68939}" type="sibTrans" cxnId="{448DE4CE-3C71-46F7-903C-888375A5E6CA}">
      <dgm:prSet/>
      <dgm:spPr/>
      <dgm:t>
        <a:bodyPr/>
        <a:lstStyle/>
        <a:p>
          <a:endParaRPr lang="en-US"/>
        </a:p>
      </dgm:t>
    </dgm:pt>
    <dgm:pt modelId="{A6D648D9-0A35-4A9A-8D69-6B2D43189581}">
      <dgm:prSet phldrT="[Text]" phldr="0"/>
      <dgm:spPr/>
      <dgm:t>
        <a:bodyPr/>
        <a:lstStyle/>
        <a:p>
          <a:r>
            <a:rPr lang="th-TH" dirty="0"/>
            <a:t>ปรับปรุงตามคำขอ</a:t>
          </a:r>
          <a:endParaRPr lang="en-US" dirty="0"/>
        </a:p>
      </dgm:t>
    </dgm:pt>
    <dgm:pt modelId="{28F43C71-A14C-4F62-8EE6-3F2C4F3B32D1}" type="parTrans" cxnId="{5B40A12F-F423-4054-B405-EBDD53A284C3}">
      <dgm:prSet/>
      <dgm:spPr/>
      <dgm:t>
        <a:bodyPr/>
        <a:lstStyle/>
        <a:p>
          <a:endParaRPr lang="en-US"/>
        </a:p>
      </dgm:t>
    </dgm:pt>
    <dgm:pt modelId="{2CBFA276-91EE-4EF6-A524-9D6487DD9F34}" type="sibTrans" cxnId="{5B40A12F-F423-4054-B405-EBDD53A284C3}">
      <dgm:prSet/>
      <dgm:spPr/>
      <dgm:t>
        <a:bodyPr/>
        <a:lstStyle/>
        <a:p>
          <a:endParaRPr lang="en-US"/>
        </a:p>
      </dgm:t>
    </dgm:pt>
    <dgm:pt modelId="{EB513528-7B38-4AC9-ACBD-36AFB583F1E1}">
      <dgm:prSet phldrT="[Text]" phldr="0"/>
      <dgm:spPr/>
      <dgm:t>
        <a:bodyPr/>
        <a:lstStyle/>
        <a:p>
          <a:r>
            <a:rPr lang="th-TH" dirty="0"/>
            <a:t>ประเมินระบบขั้นสุดท้าย</a:t>
          </a:r>
          <a:endParaRPr lang="en-US" dirty="0"/>
        </a:p>
      </dgm:t>
    </dgm:pt>
    <dgm:pt modelId="{E95F08F8-96D0-4CA9-991E-C2F1187E4142}" type="parTrans" cxnId="{B72224FA-49A1-4E08-939D-A2AAA58F3C3B}">
      <dgm:prSet/>
      <dgm:spPr/>
      <dgm:t>
        <a:bodyPr/>
        <a:lstStyle/>
        <a:p>
          <a:endParaRPr lang="en-US"/>
        </a:p>
      </dgm:t>
    </dgm:pt>
    <dgm:pt modelId="{C4BCC942-A24C-46F3-B91E-916DCC5D169E}" type="sibTrans" cxnId="{B72224FA-49A1-4E08-939D-A2AAA58F3C3B}">
      <dgm:prSet/>
      <dgm:spPr/>
      <dgm:t>
        <a:bodyPr/>
        <a:lstStyle/>
        <a:p>
          <a:endParaRPr lang="en-US"/>
        </a:p>
      </dgm:t>
    </dgm:pt>
    <dgm:pt modelId="{2F65D9BA-7ACA-4762-989A-D7B06B61597D}">
      <dgm:prSet phldrT="[Text]" phldr="0"/>
      <dgm:spPr/>
      <dgm:t>
        <a:bodyPr/>
        <a:lstStyle/>
        <a:p>
          <a:r>
            <a:rPr lang="th-TH" dirty="0"/>
            <a:t>ผู้ใช้ทดลองใช้งานขั้นสุดท้าย</a:t>
          </a:r>
          <a:endParaRPr lang="en-US" dirty="0"/>
        </a:p>
      </dgm:t>
    </dgm:pt>
    <dgm:pt modelId="{82971AF7-4596-429A-A819-10A59BF8A3A8}" type="parTrans" cxnId="{BD88AB12-E1D0-4D56-B262-D17F85D94645}">
      <dgm:prSet/>
      <dgm:spPr/>
      <dgm:t>
        <a:bodyPr/>
        <a:lstStyle/>
        <a:p>
          <a:endParaRPr lang="en-US"/>
        </a:p>
      </dgm:t>
    </dgm:pt>
    <dgm:pt modelId="{40A4F7BA-D5AE-46DC-A414-490272FD3C1F}" type="sibTrans" cxnId="{BD88AB12-E1D0-4D56-B262-D17F85D94645}">
      <dgm:prSet/>
      <dgm:spPr/>
      <dgm:t>
        <a:bodyPr/>
        <a:lstStyle/>
        <a:p>
          <a:endParaRPr lang="en-US"/>
        </a:p>
      </dgm:t>
    </dgm:pt>
    <dgm:pt modelId="{84AC8F65-0C37-4529-AD89-570A2B2F7E96}">
      <dgm:prSet phldrT="[Text]" phldr="0"/>
      <dgm:spPr/>
      <dgm:t>
        <a:bodyPr/>
        <a:lstStyle/>
        <a:p>
          <a:r>
            <a:rPr lang="th-TH" dirty="0"/>
            <a:t>ยืนยันระบบทุกฝ่าย</a:t>
          </a:r>
          <a:endParaRPr lang="en-US" dirty="0"/>
        </a:p>
      </dgm:t>
    </dgm:pt>
    <dgm:pt modelId="{54308E87-F5DD-4DA2-9045-9FB613861B9F}" type="parTrans" cxnId="{218896B5-B5F9-4637-A8A0-C80094B7414F}">
      <dgm:prSet/>
      <dgm:spPr/>
      <dgm:t>
        <a:bodyPr/>
        <a:lstStyle/>
        <a:p>
          <a:endParaRPr lang="en-US"/>
        </a:p>
      </dgm:t>
    </dgm:pt>
    <dgm:pt modelId="{10415370-B1FD-459E-82F0-6A9AD12DE642}" type="sibTrans" cxnId="{218896B5-B5F9-4637-A8A0-C80094B7414F}">
      <dgm:prSet/>
      <dgm:spPr/>
      <dgm:t>
        <a:bodyPr/>
        <a:lstStyle/>
        <a:p>
          <a:endParaRPr lang="en-US"/>
        </a:p>
      </dgm:t>
    </dgm:pt>
    <dgm:pt modelId="{46956B49-A442-4CE1-9507-712B389085A6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Go-Live</a:t>
          </a:r>
        </a:p>
      </dgm:t>
    </dgm:pt>
    <dgm:pt modelId="{98754E78-AA0B-483A-ACEF-9857283F5A79}" type="parTrans" cxnId="{F486487A-41C5-4B92-8E59-BB151E5163FD}">
      <dgm:prSet/>
      <dgm:spPr/>
      <dgm:t>
        <a:bodyPr/>
        <a:lstStyle/>
        <a:p>
          <a:endParaRPr lang="en-US"/>
        </a:p>
      </dgm:t>
    </dgm:pt>
    <dgm:pt modelId="{1EE624B1-0DCC-4D84-862A-4DAD2D7B4101}" type="sibTrans" cxnId="{F486487A-41C5-4B92-8E59-BB151E5163FD}">
      <dgm:prSet/>
      <dgm:spPr/>
      <dgm:t>
        <a:bodyPr/>
        <a:lstStyle/>
        <a:p>
          <a:endParaRPr lang="en-US"/>
        </a:p>
      </dgm:t>
    </dgm:pt>
    <dgm:pt modelId="{B2ED9FE6-1C41-458A-91C1-86F14D9C4802}">
      <dgm:prSet/>
      <dgm:spPr/>
      <dgm:t>
        <a:bodyPr/>
        <a:lstStyle/>
        <a:p>
          <a:r>
            <a:rPr lang="th-TH" dirty="0"/>
            <a:t>เริ่มใช้งาน</a:t>
          </a:r>
          <a:endParaRPr lang="en-US" dirty="0"/>
        </a:p>
      </dgm:t>
    </dgm:pt>
    <dgm:pt modelId="{EFF8D6EA-A19A-4508-ADBE-A34ABBB6D23D}" type="parTrans" cxnId="{AC6E59CA-4F5E-493A-8B3B-7691CC9ADB96}">
      <dgm:prSet/>
      <dgm:spPr/>
      <dgm:t>
        <a:bodyPr/>
        <a:lstStyle/>
        <a:p>
          <a:endParaRPr lang="en-US"/>
        </a:p>
      </dgm:t>
    </dgm:pt>
    <dgm:pt modelId="{CD28854B-A62E-4E8A-9591-0E3E8C8383B4}" type="sibTrans" cxnId="{AC6E59CA-4F5E-493A-8B3B-7691CC9ADB96}">
      <dgm:prSet/>
      <dgm:spPr/>
      <dgm:t>
        <a:bodyPr/>
        <a:lstStyle/>
        <a:p>
          <a:endParaRPr lang="en-US"/>
        </a:p>
      </dgm:t>
    </dgm:pt>
    <dgm:pt modelId="{F793A12C-B454-4016-8686-451CE2D67D57}" type="pres">
      <dgm:prSet presAssocID="{325C84A9-5E1E-47E8-AF3A-E85FDFFC80F1}" presName="Name0" presStyleCnt="0">
        <dgm:presLayoutVars>
          <dgm:dir/>
          <dgm:animLvl val="lvl"/>
          <dgm:resizeHandles val="exact"/>
        </dgm:presLayoutVars>
      </dgm:prSet>
      <dgm:spPr/>
    </dgm:pt>
    <dgm:pt modelId="{A14E0EF9-86FD-41DA-8740-21DDDE60C45D}" type="pres">
      <dgm:prSet presAssocID="{325C84A9-5E1E-47E8-AF3A-E85FDFFC80F1}" presName="tSp" presStyleCnt="0"/>
      <dgm:spPr/>
    </dgm:pt>
    <dgm:pt modelId="{793E158E-4FFB-46AB-8C75-CAAF1364FA33}" type="pres">
      <dgm:prSet presAssocID="{325C84A9-5E1E-47E8-AF3A-E85FDFFC80F1}" presName="bSp" presStyleCnt="0"/>
      <dgm:spPr/>
    </dgm:pt>
    <dgm:pt modelId="{3FFCDA12-551E-4501-A610-D55B9E3A0CC0}" type="pres">
      <dgm:prSet presAssocID="{325C84A9-5E1E-47E8-AF3A-E85FDFFC80F1}" presName="process" presStyleCnt="0"/>
      <dgm:spPr/>
    </dgm:pt>
    <dgm:pt modelId="{D15750D7-F532-4A30-88CE-13BF6B828664}" type="pres">
      <dgm:prSet presAssocID="{58519DBF-D042-49F9-AA76-C0EA698E3347}" presName="composite1" presStyleCnt="0"/>
      <dgm:spPr/>
    </dgm:pt>
    <dgm:pt modelId="{52F8375B-73F0-4644-B0C1-355920FB68B4}" type="pres">
      <dgm:prSet presAssocID="{58519DBF-D042-49F9-AA76-C0EA698E3347}" presName="dummyNode1" presStyleLbl="node1" presStyleIdx="0" presStyleCnt="4"/>
      <dgm:spPr/>
    </dgm:pt>
    <dgm:pt modelId="{B8B139F7-EBC7-4F0F-A419-AA9BF8139156}" type="pres">
      <dgm:prSet presAssocID="{58519DBF-D042-49F9-AA76-C0EA698E3347}" presName="childNode1" presStyleLbl="bgAcc1" presStyleIdx="0" presStyleCnt="4">
        <dgm:presLayoutVars>
          <dgm:bulletEnabled val="1"/>
        </dgm:presLayoutVars>
      </dgm:prSet>
      <dgm:spPr/>
    </dgm:pt>
    <dgm:pt modelId="{C91B7DC6-3C93-483A-A987-E5D7054459B0}" type="pres">
      <dgm:prSet presAssocID="{58519DBF-D042-49F9-AA76-C0EA698E3347}" presName="childNode1tx" presStyleLbl="bgAcc1" presStyleIdx="0" presStyleCnt="4">
        <dgm:presLayoutVars>
          <dgm:bulletEnabled val="1"/>
        </dgm:presLayoutVars>
      </dgm:prSet>
      <dgm:spPr/>
    </dgm:pt>
    <dgm:pt modelId="{87A4AB13-5316-4136-91AA-F788B96907D4}" type="pres">
      <dgm:prSet presAssocID="{58519DBF-D042-49F9-AA76-C0EA698E3347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ECE4AA0C-3034-4721-B85B-4C2CBFF8BF70}" type="pres">
      <dgm:prSet presAssocID="{58519DBF-D042-49F9-AA76-C0EA698E3347}" presName="connSite1" presStyleCnt="0"/>
      <dgm:spPr/>
    </dgm:pt>
    <dgm:pt modelId="{4A985A78-12F6-4C3E-BAD4-74D8B1F1834A}" type="pres">
      <dgm:prSet presAssocID="{D90793A8-45BF-4E41-8D32-521A71457463}" presName="Name9" presStyleLbl="sibTrans2D1" presStyleIdx="0" presStyleCnt="3"/>
      <dgm:spPr/>
    </dgm:pt>
    <dgm:pt modelId="{69E35DE0-1265-45CE-98B5-402025D87042}" type="pres">
      <dgm:prSet presAssocID="{78BB3437-2887-4237-B823-80306C319D26}" presName="composite2" presStyleCnt="0"/>
      <dgm:spPr/>
    </dgm:pt>
    <dgm:pt modelId="{87B20871-515E-4EE7-AD38-A5F96B8E04E1}" type="pres">
      <dgm:prSet presAssocID="{78BB3437-2887-4237-B823-80306C319D26}" presName="dummyNode2" presStyleLbl="node1" presStyleIdx="0" presStyleCnt="4"/>
      <dgm:spPr/>
    </dgm:pt>
    <dgm:pt modelId="{1BE33CC2-ACBF-4F7D-936D-A71D1598F061}" type="pres">
      <dgm:prSet presAssocID="{78BB3437-2887-4237-B823-80306C319D26}" presName="childNode2" presStyleLbl="bgAcc1" presStyleIdx="1" presStyleCnt="4">
        <dgm:presLayoutVars>
          <dgm:bulletEnabled val="1"/>
        </dgm:presLayoutVars>
      </dgm:prSet>
      <dgm:spPr/>
    </dgm:pt>
    <dgm:pt modelId="{11FB89AD-246A-4425-BC75-A7BE61393042}" type="pres">
      <dgm:prSet presAssocID="{78BB3437-2887-4237-B823-80306C319D26}" presName="childNode2tx" presStyleLbl="bgAcc1" presStyleIdx="1" presStyleCnt="4">
        <dgm:presLayoutVars>
          <dgm:bulletEnabled val="1"/>
        </dgm:presLayoutVars>
      </dgm:prSet>
      <dgm:spPr/>
    </dgm:pt>
    <dgm:pt modelId="{511054A1-0D5A-47FB-9A8E-2210D82BCF2E}" type="pres">
      <dgm:prSet presAssocID="{78BB3437-2887-4237-B823-80306C319D26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05BEA23B-EA47-47A9-A9B0-E175F227862A}" type="pres">
      <dgm:prSet presAssocID="{78BB3437-2887-4237-B823-80306C319D26}" presName="connSite2" presStyleCnt="0"/>
      <dgm:spPr/>
    </dgm:pt>
    <dgm:pt modelId="{8AC94033-94AF-4D04-971E-87367D9EEA96}" type="pres">
      <dgm:prSet presAssocID="{C3A9CD04-DF70-4FD9-801B-C61169EA98F8}" presName="Name18" presStyleLbl="sibTrans2D1" presStyleIdx="1" presStyleCnt="3"/>
      <dgm:spPr/>
    </dgm:pt>
    <dgm:pt modelId="{679C7690-A031-4030-A20A-CA020EF02E03}" type="pres">
      <dgm:prSet presAssocID="{EB513528-7B38-4AC9-ACBD-36AFB583F1E1}" presName="composite1" presStyleCnt="0"/>
      <dgm:spPr/>
    </dgm:pt>
    <dgm:pt modelId="{B9EFEDA9-86F2-494A-A951-55A857B8F51C}" type="pres">
      <dgm:prSet presAssocID="{EB513528-7B38-4AC9-ACBD-36AFB583F1E1}" presName="dummyNode1" presStyleLbl="node1" presStyleIdx="1" presStyleCnt="4"/>
      <dgm:spPr/>
    </dgm:pt>
    <dgm:pt modelId="{2A98DE0C-73E0-4D44-904C-66075EAC6DE7}" type="pres">
      <dgm:prSet presAssocID="{EB513528-7B38-4AC9-ACBD-36AFB583F1E1}" presName="childNode1" presStyleLbl="bgAcc1" presStyleIdx="2" presStyleCnt="4">
        <dgm:presLayoutVars>
          <dgm:bulletEnabled val="1"/>
        </dgm:presLayoutVars>
      </dgm:prSet>
      <dgm:spPr/>
    </dgm:pt>
    <dgm:pt modelId="{943332D0-8477-4A7B-90B9-4CFF40F8B4EA}" type="pres">
      <dgm:prSet presAssocID="{EB513528-7B38-4AC9-ACBD-36AFB583F1E1}" presName="childNode1tx" presStyleLbl="bgAcc1" presStyleIdx="2" presStyleCnt="4">
        <dgm:presLayoutVars>
          <dgm:bulletEnabled val="1"/>
        </dgm:presLayoutVars>
      </dgm:prSet>
      <dgm:spPr/>
    </dgm:pt>
    <dgm:pt modelId="{B388D58D-517D-4194-A629-860145AA723D}" type="pres">
      <dgm:prSet presAssocID="{EB513528-7B38-4AC9-ACBD-36AFB583F1E1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F3EF0F40-FB7D-4632-A971-FF134B8CAA65}" type="pres">
      <dgm:prSet presAssocID="{EB513528-7B38-4AC9-ACBD-36AFB583F1E1}" presName="connSite1" presStyleCnt="0"/>
      <dgm:spPr/>
    </dgm:pt>
    <dgm:pt modelId="{149CED6E-3653-4757-ACEF-BDCBE54A4953}" type="pres">
      <dgm:prSet presAssocID="{C4BCC942-A24C-46F3-B91E-916DCC5D169E}" presName="Name9" presStyleLbl="sibTrans2D1" presStyleIdx="2" presStyleCnt="3"/>
      <dgm:spPr/>
    </dgm:pt>
    <dgm:pt modelId="{1B3A5262-4109-437C-9D08-0D2E4CC09463}" type="pres">
      <dgm:prSet presAssocID="{46956B49-A442-4CE1-9507-712B389085A6}" presName="composite2" presStyleCnt="0"/>
      <dgm:spPr/>
    </dgm:pt>
    <dgm:pt modelId="{D0DC6E14-4B34-4517-B1DB-0E7C55714312}" type="pres">
      <dgm:prSet presAssocID="{46956B49-A442-4CE1-9507-712B389085A6}" presName="dummyNode2" presStyleLbl="node1" presStyleIdx="2" presStyleCnt="4"/>
      <dgm:spPr/>
    </dgm:pt>
    <dgm:pt modelId="{3D2540A3-7094-495D-99C3-41898A7C74E9}" type="pres">
      <dgm:prSet presAssocID="{46956B49-A442-4CE1-9507-712B389085A6}" presName="childNode2" presStyleLbl="bgAcc1" presStyleIdx="3" presStyleCnt="4">
        <dgm:presLayoutVars>
          <dgm:bulletEnabled val="1"/>
        </dgm:presLayoutVars>
      </dgm:prSet>
      <dgm:spPr/>
    </dgm:pt>
    <dgm:pt modelId="{576EA914-CB4F-43FD-A489-1804D9FD9FD1}" type="pres">
      <dgm:prSet presAssocID="{46956B49-A442-4CE1-9507-712B389085A6}" presName="childNode2tx" presStyleLbl="bgAcc1" presStyleIdx="3" presStyleCnt="4">
        <dgm:presLayoutVars>
          <dgm:bulletEnabled val="1"/>
        </dgm:presLayoutVars>
      </dgm:prSet>
      <dgm:spPr/>
    </dgm:pt>
    <dgm:pt modelId="{485C79BC-815D-48D1-A5C7-06E09AE044F3}" type="pres">
      <dgm:prSet presAssocID="{46956B49-A442-4CE1-9507-712B389085A6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A338C818-7D81-424D-8C20-9B9A7BA470D7}" type="pres">
      <dgm:prSet presAssocID="{46956B49-A442-4CE1-9507-712B389085A6}" presName="connSite2" presStyleCnt="0"/>
      <dgm:spPr/>
    </dgm:pt>
  </dgm:ptLst>
  <dgm:cxnLst>
    <dgm:cxn modelId="{3A04140E-D707-47D6-B94D-ED6F3F0BF3F2}" type="presOf" srcId="{B2ED9FE6-1C41-458A-91C1-86F14D9C4802}" destId="{3D2540A3-7094-495D-99C3-41898A7C74E9}" srcOrd="0" destOrd="0" presId="urn:microsoft.com/office/officeart/2005/8/layout/hProcess4"/>
    <dgm:cxn modelId="{BD88AB12-E1D0-4D56-B262-D17F85D94645}" srcId="{EB513528-7B38-4AC9-ACBD-36AFB583F1E1}" destId="{2F65D9BA-7ACA-4762-989A-D7B06B61597D}" srcOrd="0" destOrd="0" parTransId="{82971AF7-4596-429A-A819-10A59BF8A3A8}" sibTransId="{40A4F7BA-D5AE-46DC-A414-490272FD3C1F}"/>
    <dgm:cxn modelId="{41737816-4916-4549-A25C-A2BB816225C0}" type="presOf" srcId="{2F65D9BA-7ACA-4762-989A-D7B06B61597D}" destId="{943332D0-8477-4A7B-90B9-4CFF40F8B4EA}" srcOrd="1" destOrd="0" presId="urn:microsoft.com/office/officeart/2005/8/layout/hProcess4"/>
    <dgm:cxn modelId="{E852001E-706E-44F8-BADF-E341216F4562}" type="presOf" srcId="{325C84A9-5E1E-47E8-AF3A-E85FDFFC80F1}" destId="{F793A12C-B454-4016-8686-451CE2D67D57}" srcOrd="0" destOrd="0" presId="urn:microsoft.com/office/officeart/2005/8/layout/hProcess4"/>
    <dgm:cxn modelId="{E7585524-3512-4946-A4B3-8885CABB50E4}" type="presOf" srcId="{CE5F97A8-1A78-488E-B941-8672044165AD}" destId="{C91B7DC6-3C93-483A-A987-E5D7054459B0}" srcOrd="1" destOrd="1" presId="urn:microsoft.com/office/officeart/2005/8/layout/hProcess4"/>
    <dgm:cxn modelId="{5B40A12F-F423-4054-B405-EBDD53A284C3}" srcId="{78BB3437-2887-4237-B823-80306C319D26}" destId="{A6D648D9-0A35-4A9A-8D69-6B2D43189581}" srcOrd="1" destOrd="0" parTransId="{28F43C71-A14C-4F62-8EE6-3F2C4F3B32D1}" sibTransId="{2CBFA276-91EE-4EF6-A524-9D6487DD9F34}"/>
    <dgm:cxn modelId="{2F5AD15E-6CEC-464B-B4E3-6B35230C4AD4}" type="presOf" srcId="{B2ED9FE6-1C41-458A-91C1-86F14D9C4802}" destId="{576EA914-CB4F-43FD-A489-1804D9FD9FD1}" srcOrd="1" destOrd="0" presId="urn:microsoft.com/office/officeart/2005/8/layout/hProcess4"/>
    <dgm:cxn modelId="{FABF8361-74CC-445A-9EFE-60A8B4E83EDD}" type="presOf" srcId="{81879CE6-58D5-430F-B439-CB2B78B58061}" destId="{C91B7DC6-3C93-483A-A987-E5D7054459B0}" srcOrd="1" destOrd="0" presId="urn:microsoft.com/office/officeart/2005/8/layout/hProcess4"/>
    <dgm:cxn modelId="{3A1C9265-C58B-4730-B8D0-6AF6EA731E73}" type="presOf" srcId="{58519DBF-D042-49F9-AA76-C0EA698E3347}" destId="{87A4AB13-5316-4136-91AA-F788B96907D4}" srcOrd="0" destOrd="0" presId="urn:microsoft.com/office/officeart/2005/8/layout/hProcess4"/>
    <dgm:cxn modelId="{259C8C4F-13D4-4978-9686-83B655CC215D}" type="presOf" srcId="{C4BCC942-A24C-46F3-B91E-916DCC5D169E}" destId="{149CED6E-3653-4757-ACEF-BDCBE54A4953}" srcOrd="0" destOrd="0" presId="urn:microsoft.com/office/officeart/2005/8/layout/hProcess4"/>
    <dgm:cxn modelId="{2C22CD6F-3AFB-4641-BEDA-533D530C0AB2}" type="presOf" srcId="{C3A9CD04-DF70-4FD9-801B-C61169EA98F8}" destId="{8AC94033-94AF-4D04-971E-87367D9EEA96}" srcOrd="0" destOrd="0" presId="urn:microsoft.com/office/officeart/2005/8/layout/hProcess4"/>
    <dgm:cxn modelId="{2D25CD53-00E9-4567-828E-601F44911E9D}" type="presOf" srcId="{A6D648D9-0A35-4A9A-8D69-6B2D43189581}" destId="{1BE33CC2-ACBF-4F7D-936D-A71D1598F061}" srcOrd="0" destOrd="1" presId="urn:microsoft.com/office/officeart/2005/8/layout/hProcess4"/>
    <dgm:cxn modelId="{86B1E054-EB16-4DEE-BF77-006E93BF9052}" type="presOf" srcId="{3F2333F6-82DC-47D9-9179-0161C40460F9}" destId="{11FB89AD-246A-4425-BC75-A7BE61393042}" srcOrd="1" destOrd="0" presId="urn:microsoft.com/office/officeart/2005/8/layout/hProcess4"/>
    <dgm:cxn modelId="{86544979-19E5-4101-AA45-C56333F1F70A}" srcId="{325C84A9-5E1E-47E8-AF3A-E85FDFFC80F1}" destId="{78BB3437-2887-4237-B823-80306C319D26}" srcOrd="1" destOrd="0" parTransId="{1DF1F529-2A44-48D8-A296-EC7B814563FC}" sibTransId="{C3A9CD04-DF70-4FD9-801B-C61169EA98F8}"/>
    <dgm:cxn modelId="{F486487A-41C5-4B92-8E59-BB151E5163FD}" srcId="{325C84A9-5E1E-47E8-AF3A-E85FDFFC80F1}" destId="{46956B49-A442-4CE1-9507-712B389085A6}" srcOrd="3" destOrd="0" parTransId="{98754E78-AA0B-483A-ACEF-9857283F5A79}" sibTransId="{1EE624B1-0DCC-4D84-862A-4DAD2D7B4101}"/>
    <dgm:cxn modelId="{F93BCD5A-AE4F-422E-89E9-807A26328B2B}" type="presOf" srcId="{3F2333F6-82DC-47D9-9179-0161C40460F9}" destId="{1BE33CC2-ACBF-4F7D-936D-A71D1598F061}" srcOrd="0" destOrd="0" presId="urn:microsoft.com/office/officeart/2005/8/layout/hProcess4"/>
    <dgm:cxn modelId="{6EE22384-A433-4116-AA7D-06F2D085D010}" type="presOf" srcId="{A6D648D9-0A35-4A9A-8D69-6B2D43189581}" destId="{11FB89AD-246A-4425-BC75-A7BE61393042}" srcOrd="1" destOrd="1" presId="urn:microsoft.com/office/officeart/2005/8/layout/hProcess4"/>
    <dgm:cxn modelId="{F7625684-6268-463D-8242-303E6717D2F9}" srcId="{58519DBF-D042-49F9-AA76-C0EA698E3347}" destId="{81879CE6-58D5-430F-B439-CB2B78B58061}" srcOrd="0" destOrd="0" parTransId="{81AD0FFC-10A2-435E-A133-B1EA414A3C4B}" sibTransId="{688DFEC0-A707-4072-AE10-58D6ACAC2502}"/>
    <dgm:cxn modelId="{918CF989-A716-45AB-9059-05F2F6C56D0D}" type="presOf" srcId="{D90793A8-45BF-4E41-8D32-521A71457463}" destId="{4A985A78-12F6-4C3E-BAD4-74D8B1F1834A}" srcOrd="0" destOrd="0" presId="urn:microsoft.com/office/officeart/2005/8/layout/hProcess4"/>
    <dgm:cxn modelId="{759DF895-4DA5-424A-9E9D-6EB6D7CECCBA}" type="presOf" srcId="{46956B49-A442-4CE1-9507-712B389085A6}" destId="{485C79BC-815D-48D1-A5C7-06E09AE044F3}" srcOrd="0" destOrd="0" presId="urn:microsoft.com/office/officeart/2005/8/layout/hProcess4"/>
    <dgm:cxn modelId="{22414A9F-604A-4D95-9BF5-2E7259523F6B}" type="presOf" srcId="{84AC8F65-0C37-4529-AD89-570A2B2F7E96}" destId="{2A98DE0C-73E0-4D44-904C-66075EAC6DE7}" srcOrd="0" destOrd="1" presId="urn:microsoft.com/office/officeart/2005/8/layout/hProcess4"/>
    <dgm:cxn modelId="{021ECFA6-0C1C-4A15-9814-B59EAB46FE00}" srcId="{325C84A9-5E1E-47E8-AF3A-E85FDFFC80F1}" destId="{58519DBF-D042-49F9-AA76-C0EA698E3347}" srcOrd="0" destOrd="0" parTransId="{7E203D02-EE65-4191-A279-FFADA6373C0A}" sibTransId="{D90793A8-45BF-4E41-8D32-521A71457463}"/>
    <dgm:cxn modelId="{218896B5-B5F9-4637-A8A0-C80094B7414F}" srcId="{EB513528-7B38-4AC9-ACBD-36AFB583F1E1}" destId="{84AC8F65-0C37-4529-AD89-570A2B2F7E96}" srcOrd="1" destOrd="0" parTransId="{54308E87-F5DD-4DA2-9045-9FB613861B9F}" sibTransId="{10415370-B1FD-459E-82F0-6A9AD12DE642}"/>
    <dgm:cxn modelId="{F8A636B6-1041-45B8-B5DC-D9590E003B3F}" type="presOf" srcId="{CE5F97A8-1A78-488E-B941-8672044165AD}" destId="{B8B139F7-EBC7-4F0F-A419-AA9BF8139156}" srcOrd="0" destOrd="1" presId="urn:microsoft.com/office/officeart/2005/8/layout/hProcess4"/>
    <dgm:cxn modelId="{F6C446B8-A2A6-41CA-AC3A-AB5D5D59DB46}" type="presOf" srcId="{84AC8F65-0C37-4529-AD89-570A2B2F7E96}" destId="{943332D0-8477-4A7B-90B9-4CFF40F8B4EA}" srcOrd="1" destOrd="1" presId="urn:microsoft.com/office/officeart/2005/8/layout/hProcess4"/>
    <dgm:cxn modelId="{2935ACB9-99BF-4F02-8640-1C1255250C39}" type="presOf" srcId="{78BB3437-2887-4237-B823-80306C319D26}" destId="{511054A1-0D5A-47FB-9A8E-2210D82BCF2E}" srcOrd="0" destOrd="0" presId="urn:microsoft.com/office/officeart/2005/8/layout/hProcess4"/>
    <dgm:cxn modelId="{AC6E59CA-4F5E-493A-8B3B-7691CC9ADB96}" srcId="{46956B49-A442-4CE1-9507-712B389085A6}" destId="{B2ED9FE6-1C41-458A-91C1-86F14D9C4802}" srcOrd="0" destOrd="0" parTransId="{EFF8D6EA-A19A-4508-ADBE-A34ABBB6D23D}" sibTransId="{CD28854B-A62E-4E8A-9591-0E3E8C8383B4}"/>
    <dgm:cxn modelId="{448DE4CE-3C71-46F7-903C-888375A5E6CA}" srcId="{78BB3437-2887-4237-B823-80306C319D26}" destId="{3F2333F6-82DC-47D9-9179-0161C40460F9}" srcOrd="0" destOrd="0" parTransId="{53FB96FC-3501-43AA-88B3-E2FE55101CFF}" sibTransId="{331A9753-02D5-4D8D-B7BE-6D66D4D68939}"/>
    <dgm:cxn modelId="{46B93CEA-7E5F-4145-81D4-05236537A386}" type="presOf" srcId="{81879CE6-58D5-430F-B439-CB2B78B58061}" destId="{B8B139F7-EBC7-4F0F-A419-AA9BF8139156}" srcOrd="0" destOrd="0" presId="urn:microsoft.com/office/officeart/2005/8/layout/hProcess4"/>
    <dgm:cxn modelId="{421FC7F7-A70E-4E70-94E9-C72AF007E2FA}" type="presOf" srcId="{2F65D9BA-7ACA-4762-989A-D7B06B61597D}" destId="{2A98DE0C-73E0-4D44-904C-66075EAC6DE7}" srcOrd="0" destOrd="0" presId="urn:microsoft.com/office/officeart/2005/8/layout/hProcess4"/>
    <dgm:cxn modelId="{B72224FA-49A1-4E08-939D-A2AAA58F3C3B}" srcId="{325C84A9-5E1E-47E8-AF3A-E85FDFFC80F1}" destId="{EB513528-7B38-4AC9-ACBD-36AFB583F1E1}" srcOrd="2" destOrd="0" parTransId="{E95F08F8-96D0-4CA9-991E-C2F1187E4142}" sibTransId="{C4BCC942-A24C-46F3-B91E-916DCC5D169E}"/>
    <dgm:cxn modelId="{891325FB-5C7F-4DFC-8B74-43E16E2F5D39}" type="presOf" srcId="{EB513528-7B38-4AC9-ACBD-36AFB583F1E1}" destId="{B388D58D-517D-4194-A629-860145AA723D}" srcOrd="0" destOrd="0" presId="urn:microsoft.com/office/officeart/2005/8/layout/hProcess4"/>
    <dgm:cxn modelId="{B4AAB6FD-75BE-463A-9D71-D0B48DFEA206}" srcId="{58519DBF-D042-49F9-AA76-C0EA698E3347}" destId="{CE5F97A8-1A78-488E-B941-8672044165AD}" srcOrd="1" destOrd="0" parTransId="{541B39E4-BDFF-48CC-946C-A599E4E20892}" sibTransId="{9979DD82-33DB-4776-93B5-ABF54C03A7D7}"/>
    <dgm:cxn modelId="{E8879DB8-433E-4EAF-9188-5A4103E0534A}" type="presParOf" srcId="{F793A12C-B454-4016-8686-451CE2D67D57}" destId="{A14E0EF9-86FD-41DA-8740-21DDDE60C45D}" srcOrd="0" destOrd="0" presId="urn:microsoft.com/office/officeart/2005/8/layout/hProcess4"/>
    <dgm:cxn modelId="{7C43F6F4-3368-49C5-9889-AD20D1441C95}" type="presParOf" srcId="{F793A12C-B454-4016-8686-451CE2D67D57}" destId="{793E158E-4FFB-46AB-8C75-CAAF1364FA33}" srcOrd="1" destOrd="0" presId="urn:microsoft.com/office/officeart/2005/8/layout/hProcess4"/>
    <dgm:cxn modelId="{0AC6BC29-50E7-4183-A170-5A4B985A8DF1}" type="presParOf" srcId="{F793A12C-B454-4016-8686-451CE2D67D57}" destId="{3FFCDA12-551E-4501-A610-D55B9E3A0CC0}" srcOrd="2" destOrd="0" presId="urn:microsoft.com/office/officeart/2005/8/layout/hProcess4"/>
    <dgm:cxn modelId="{335BE727-D644-449B-8183-772C8F06C25A}" type="presParOf" srcId="{3FFCDA12-551E-4501-A610-D55B9E3A0CC0}" destId="{D15750D7-F532-4A30-88CE-13BF6B828664}" srcOrd="0" destOrd="0" presId="urn:microsoft.com/office/officeart/2005/8/layout/hProcess4"/>
    <dgm:cxn modelId="{3856045A-8E44-444B-80DD-7BB60DA30FD1}" type="presParOf" srcId="{D15750D7-F532-4A30-88CE-13BF6B828664}" destId="{52F8375B-73F0-4644-B0C1-355920FB68B4}" srcOrd="0" destOrd="0" presId="urn:microsoft.com/office/officeart/2005/8/layout/hProcess4"/>
    <dgm:cxn modelId="{E7D44DB7-5CA9-4CF5-85FA-86FA39A0FA04}" type="presParOf" srcId="{D15750D7-F532-4A30-88CE-13BF6B828664}" destId="{B8B139F7-EBC7-4F0F-A419-AA9BF8139156}" srcOrd="1" destOrd="0" presId="urn:microsoft.com/office/officeart/2005/8/layout/hProcess4"/>
    <dgm:cxn modelId="{3F945EFB-7DA6-47DF-9382-CE17ADF68A7A}" type="presParOf" srcId="{D15750D7-F532-4A30-88CE-13BF6B828664}" destId="{C91B7DC6-3C93-483A-A987-E5D7054459B0}" srcOrd="2" destOrd="0" presId="urn:microsoft.com/office/officeart/2005/8/layout/hProcess4"/>
    <dgm:cxn modelId="{7EEBF984-6FB5-4AE3-84E7-ED12CE375B96}" type="presParOf" srcId="{D15750D7-F532-4A30-88CE-13BF6B828664}" destId="{87A4AB13-5316-4136-91AA-F788B96907D4}" srcOrd="3" destOrd="0" presId="urn:microsoft.com/office/officeart/2005/8/layout/hProcess4"/>
    <dgm:cxn modelId="{98DAB41F-554E-4552-B67D-E53968B2A26A}" type="presParOf" srcId="{D15750D7-F532-4A30-88CE-13BF6B828664}" destId="{ECE4AA0C-3034-4721-B85B-4C2CBFF8BF70}" srcOrd="4" destOrd="0" presId="urn:microsoft.com/office/officeart/2005/8/layout/hProcess4"/>
    <dgm:cxn modelId="{821D9BD8-749E-4317-B172-5CA7897AEE15}" type="presParOf" srcId="{3FFCDA12-551E-4501-A610-D55B9E3A0CC0}" destId="{4A985A78-12F6-4C3E-BAD4-74D8B1F1834A}" srcOrd="1" destOrd="0" presId="urn:microsoft.com/office/officeart/2005/8/layout/hProcess4"/>
    <dgm:cxn modelId="{D4ABF633-E277-4356-9F42-30E8B6FB05AE}" type="presParOf" srcId="{3FFCDA12-551E-4501-A610-D55B9E3A0CC0}" destId="{69E35DE0-1265-45CE-98B5-402025D87042}" srcOrd="2" destOrd="0" presId="urn:microsoft.com/office/officeart/2005/8/layout/hProcess4"/>
    <dgm:cxn modelId="{49FBEB1C-E3AE-4A62-804D-650E27320F9E}" type="presParOf" srcId="{69E35DE0-1265-45CE-98B5-402025D87042}" destId="{87B20871-515E-4EE7-AD38-A5F96B8E04E1}" srcOrd="0" destOrd="0" presId="urn:microsoft.com/office/officeart/2005/8/layout/hProcess4"/>
    <dgm:cxn modelId="{DD9A2F11-67F5-49CC-A238-F85FBD1CBC26}" type="presParOf" srcId="{69E35DE0-1265-45CE-98B5-402025D87042}" destId="{1BE33CC2-ACBF-4F7D-936D-A71D1598F061}" srcOrd="1" destOrd="0" presId="urn:microsoft.com/office/officeart/2005/8/layout/hProcess4"/>
    <dgm:cxn modelId="{E5CA246E-9004-4977-B583-5064E366618A}" type="presParOf" srcId="{69E35DE0-1265-45CE-98B5-402025D87042}" destId="{11FB89AD-246A-4425-BC75-A7BE61393042}" srcOrd="2" destOrd="0" presId="urn:microsoft.com/office/officeart/2005/8/layout/hProcess4"/>
    <dgm:cxn modelId="{CAACE40C-928D-4344-AE8A-0D169F9F5F06}" type="presParOf" srcId="{69E35DE0-1265-45CE-98B5-402025D87042}" destId="{511054A1-0D5A-47FB-9A8E-2210D82BCF2E}" srcOrd="3" destOrd="0" presId="urn:microsoft.com/office/officeart/2005/8/layout/hProcess4"/>
    <dgm:cxn modelId="{22245042-D54E-4E8A-BDEA-AE48B42EABB7}" type="presParOf" srcId="{69E35DE0-1265-45CE-98B5-402025D87042}" destId="{05BEA23B-EA47-47A9-A9B0-E175F227862A}" srcOrd="4" destOrd="0" presId="urn:microsoft.com/office/officeart/2005/8/layout/hProcess4"/>
    <dgm:cxn modelId="{AD23FE09-5F34-4E60-A07D-4F5F67777187}" type="presParOf" srcId="{3FFCDA12-551E-4501-A610-D55B9E3A0CC0}" destId="{8AC94033-94AF-4D04-971E-87367D9EEA96}" srcOrd="3" destOrd="0" presId="urn:microsoft.com/office/officeart/2005/8/layout/hProcess4"/>
    <dgm:cxn modelId="{50F28ED3-3ACF-4DBD-9D72-6F50B341049D}" type="presParOf" srcId="{3FFCDA12-551E-4501-A610-D55B9E3A0CC0}" destId="{679C7690-A031-4030-A20A-CA020EF02E03}" srcOrd="4" destOrd="0" presId="urn:microsoft.com/office/officeart/2005/8/layout/hProcess4"/>
    <dgm:cxn modelId="{39344F69-E13B-4E02-91E1-FB918B1CFBED}" type="presParOf" srcId="{679C7690-A031-4030-A20A-CA020EF02E03}" destId="{B9EFEDA9-86F2-494A-A951-55A857B8F51C}" srcOrd="0" destOrd="0" presId="urn:microsoft.com/office/officeart/2005/8/layout/hProcess4"/>
    <dgm:cxn modelId="{E8FB8B34-3464-4DC8-9978-4AE3E6F9E5C7}" type="presParOf" srcId="{679C7690-A031-4030-A20A-CA020EF02E03}" destId="{2A98DE0C-73E0-4D44-904C-66075EAC6DE7}" srcOrd="1" destOrd="0" presId="urn:microsoft.com/office/officeart/2005/8/layout/hProcess4"/>
    <dgm:cxn modelId="{F0B61622-84DE-47BF-9DE2-31D65D53FCA3}" type="presParOf" srcId="{679C7690-A031-4030-A20A-CA020EF02E03}" destId="{943332D0-8477-4A7B-90B9-4CFF40F8B4EA}" srcOrd="2" destOrd="0" presId="urn:microsoft.com/office/officeart/2005/8/layout/hProcess4"/>
    <dgm:cxn modelId="{CA0C8520-9DD1-46CE-8668-58CBD40E8FCA}" type="presParOf" srcId="{679C7690-A031-4030-A20A-CA020EF02E03}" destId="{B388D58D-517D-4194-A629-860145AA723D}" srcOrd="3" destOrd="0" presId="urn:microsoft.com/office/officeart/2005/8/layout/hProcess4"/>
    <dgm:cxn modelId="{5798245E-DD06-476C-96AA-50528F95D61F}" type="presParOf" srcId="{679C7690-A031-4030-A20A-CA020EF02E03}" destId="{F3EF0F40-FB7D-4632-A971-FF134B8CAA65}" srcOrd="4" destOrd="0" presId="urn:microsoft.com/office/officeart/2005/8/layout/hProcess4"/>
    <dgm:cxn modelId="{5B4B40BC-A861-4AFD-A40C-6B7364C3A6A9}" type="presParOf" srcId="{3FFCDA12-551E-4501-A610-D55B9E3A0CC0}" destId="{149CED6E-3653-4757-ACEF-BDCBE54A4953}" srcOrd="5" destOrd="0" presId="urn:microsoft.com/office/officeart/2005/8/layout/hProcess4"/>
    <dgm:cxn modelId="{B3BC6FD5-C9D9-41AB-BBE8-E815F55EDE83}" type="presParOf" srcId="{3FFCDA12-551E-4501-A610-D55B9E3A0CC0}" destId="{1B3A5262-4109-437C-9D08-0D2E4CC09463}" srcOrd="6" destOrd="0" presId="urn:microsoft.com/office/officeart/2005/8/layout/hProcess4"/>
    <dgm:cxn modelId="{66CE0092-FEC8-4A02-810C-5D4810B59F23}" type="presParOf" srcId="{1B3A5262-4109-437C-9D08-0D2E4CC09463}" destId="{D0DC6E14-4B34-4517-B1DB-0E7C55714312}" srcOrd="0" destOrd="0" presId="urn:microsoft.com/office/officeart/2005/8/layout/hProcess4"/>
    <dgm:cxn modelId="{0E3BFCE0-DD85-4232-8246-F2E4F4AA4EF1}" type="presParOf" srcId="{1B3A5262-4109-437C-9D08-0D2E4CC09463}" destId="{3D2540A3-7094-495D-99C3-41898A7C74E9}" srcOrd="1" destOrd="0" presId="urn:microsoft.com/office/officeart/2005/8/layout/hProcess4"/>
    <dgm:cxn modelId="{2DE33861-3FF3-406F-A6CF-DE99E8604CD3}" type="presParOf" srcId="{1B3A5262-4109-437C-9D08-0D2E4CC09463}" destId="{576EA914-CB4F-43FD-A489-1804D9FD9FD1}" srcOrd="2" destOrd="0" presId="urn:microsoft.com/office/officeart/2005/8/layout/hProcess4"/>
    <dgm:cxn modelId="{FBC62F9B-AA8C-46B4-86AF-147FB286AEFB}" type="presParOf" srcId="{1B3A5262-4109-437C-9D08-0D2E4CC09463}" destId="{485C79BC-815D-48D1-A5C7-06E09AE044F3}" srcOrd="3" destOrd="0" presId="urn:microsoft.com/office/officeart/2005/8/layout/hProcess4"/>
    <dgm:cxn modelId="{C78F0BF3-B203-40CD-BC75-0C7B67E77D88}" type="presParOf" srcId="{1B3A5262-4109-437C-9D08-0D2E4CC09463}" destId="{A338C818-7D81-424D-8C20-9B9A7BA470D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B139F7-EBC7-4F0F-A419-AA9BF8139156}">
      <dsp:nvSpPr>
        <dsp:cNvPr id="0" name=""/>
        <dsp:cNvSpPr/>
      </dsp:nvSpPr>
      <dsp:spPr>
        <a:xfrm>
          <a:off x="7255" y="1762357"/>
          <a:ext cx="2194304" cy="18098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1900" kern="1200" dirty="0"/>
            <a:t>ศึกษาระบบเดิม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1900" kern="1200" dirty="0"/>
            <a:t>เชียนระบบใหม่</a:t>
          </a:r>
          <a:endParaRPr lang="en-US" sz="1900" kern="1200" dirty="0"/>
        </a:p>
      </dsp:txBody>
      <dsp:txXfrm>
        <a:off x="48905" y="1804007"/>
        <a:ext cx="2111004" cy="1338719"/>
      </dsp:txXfrm>
    </dsp:sp>
    <dsp:sp modelId="{4A985A78-12F6-4C3E-BAD4-74D8B1F1834A}">
      <dsp:nvSpPr>
        <dsp:cNvPr id="0" name=""/>
        <dsp:cNvSpPr/>
      </dsp:nvSpPr>
      <dsp:spPr>
        <a:xfrm>
          <a:off x="1236216" y="2178389"/>
          <a:ext cx="2442095" cy="2442095"/>
        </a:xfrm>
        <a:prstGeom prst="leftCircularArrow">
          <a:avLst>
            <a:gd name="adj1" fmla="val 3245"/>
            <a:gd name="adj2" fmla="val 400139"/>
            <a:gd name="adj3" fmla="val 2175649"/>
            <a:gd name="adj4" fmla="val 9024489"/>
            <a:gd name="adj5" fmla="val 378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4AB13-5316-4136-91AA-F788B96907D4}">
      <dsp:nvSpPr>
        <dsp:cNvPr id="0" name=""/>
        <dsp:cNvSpPr/>
      </dsp:nvSpPr>
      <dsp:spPr>
        <a:xfrm>
          <a:off x="494878" y="3184376"/>
          <a:ext cx="1950493" cy="775646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900" kern="1200" dirty="0"/>
            <a:t>พัฒนาระบบ</a:t>
          </a:r>
          <a:endParaRPr lang="en-US" sz="1900" kern="1200" dirty="0"/>
        </a:p>
      </dsp:txBody>
      <dsp:txXfrm>
        <a:off x="517596" y="3207094"/>
        <a:ext cx="1905057" cy="730210"/>
      </dsp:txXfrm>
    </dsp:sp>
    <dsp:sp modelId="{1BE33CC2-ACBF-4F7D-936D-A71D1598F061}">
      <dsp:nvSpPr>
        <dsp:cNvPr id="0" name=""/>
        <dsp:cNvSpPr/>
      </dsp:nvSpPr>
      <dsp:spPr>
        <a:xfrm>
          <a:off x="2822682" y="1762357"/>
          <a:ext cx="2194304" cy="18098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1900" kern="1200" dirty="0"/>
            <a:t>ผู้ใช้งานทดสอบเมื่อพร้อม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1900" kern="1200" dirty="0"/>
            <a:t>ปรับปรุงตามคำขอ</a:t>
          </a:r>
          <a:endParaRPr lang="en-US" sz="1900" kern="1200" dirty="0"/>
        </a:p>
      </dsp:txBody>
      <dsp:txXfrm>
        <a:off x="2864332" y="2191831"/>
        <a:ext cx="2111004" cy="1338719"/>
      </dsp:txXfrm>
    </dsp:sp>
    <dsp:sp modelId="{8AC94033-94AF-4D04-971E-87367D9EEA96}">
      <dsp:nvSpPr>
        <dsp:cNvPr id="0" name=""/>
        <dsp:cNvSpPr/>
      </dsp:nvSpPr>
      <dsp:spPr>
        <a:xfrm>
          <a:off x="4033357" y="643111"/>
          <a:ext cx="2722478" cy="2722478"/>
        </a:xfrm>
        <a:prstGeom prst="circularArrow">
          <a:avLst>
            <a:gd name="adj1" fmla="val 2910"/>
            <a:gd name="adj2" fmla="val 356114"/>
            <a:gd name="adj3" fmla="val 19468376"/>
            <a:gd name="adj4" fmla="val 12575511"/>
            <a:gd name="adj5" fmla="val 339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054A1-0D5A-47FB-9A8E-2210D82BCF2E}">
      <dsp:nvSpPr>
        <dsp:cNvPr id="0" name=""/>
        <dsp:cNvSpPr/>
      </dsp:nvSpPr>
      <dsp:spPr>
        <a:xfrm>
          <a:off x="3310305" y="1374534"/>
          <a:ext cx="1950493" cy="7756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900" kern="1200" dirty="0"/>
            <a:t>ทดสอบ</a:t>
          </a:r>
          <a:endParaRPr lang="en-US" sz="1900" kern="1200" dirty="0"/>
        </a:p>
      </dsp:txBody>
      <dsp:txXfrm>
        <a:off x="3333023" y="1397252"/>
        <a:ext cx="1905057" cy="730210"/>
      </dsp:txXfrm>
    </dsp:sp>
    <dsp:sp modelId="{2A98DE0C-73E0-4D44-904C-66075EAC6DE7}">
      <dsp:nvSpPr>
        <dsp:cNvPr id="0" name=""/>
        <dsp:cNvSpPr/>
      </dsp:nvSpPr>
      <dsp:spPr>
        <a:xfrm>
          <a:off x="5638109" y="1762357"/>
          <a:ext cx="2194304" cy="18098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1900" kern="1200" dirty="0"/>
            <a:t>ผู้ใช้ทดลองใช้งานขั้นสุดท้าย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1900" kern="1200" dirty="0"/>
            <a:t>ยืนยันระบบทุกฝ่าย</a:t>
          </a:r>
          <a:endParaRPr lang="en-US" sz="1900" kern="1200" dirty="0"/>
        </a:p>
      </dsp:txBody>
      <dsp:txXfrm>
        <a:off x="5679759" y="1804007"/>
        <a:ext cx="2111004" cy="1338719"/>
      </dsp:txXfrm>
    </dsp:sp>
    <dsp:sp modelId="{149CED6E-3653-4757-ACEF-BDCBE54A4953}">
      <dsp:nvSpPr>
        <dsp:cNvPr id="0" name=""/>
        <dsp:cNvSpPr/>
      </dsp:nvSpPr>
      <dsp:spPr>
        <a:xfrm>
          <a:off x="6867070" y="2178389"/>
          <a:ext cx="2442095" cy="2442095"/>
        </a:xfrm>
        <a:prstGeom prst="leftCircularArrow">
          <a:avLst>
            <a:gd name="adj1" fmla="val 3245"/>
            <a:gd name="adj2" fmla="val 400139"/>
            <a:gd name="adj3" fmla="val 2175649"/>
            <a:gd name="adj4" fmla="val 9024489"/>
            <a:gd name="adj5" fmla="val 378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8D58D-517D-4194-A629-860145AA723D}">
      <dsp:nvSpPr>
        <dsp:cNvPr id="0" name=""/>
        <dsp:cNvSpPr/>
      </dsp:nvSpPr>
      <dsp:spPr>
        <a:xfrm>
          <a:off x="6125733" y="3184376"/>
          <a:ext cx="1950493" cy="7756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900" kern="1200" dirty="0"/>
            <a:t>ประเมินระบบขั้นสุดท้าย</a:t>
          </a:r>
          <a:endParaRPr lang="en-US" sz="1900" kern="1200" dirty="0"/>
        </a:p>
      </dsp:txBody>
      <dsp:txXfrm>
        <a:off x="6148451" y="3207094"/>
        <a:ext cx="1905057" cy="730210"/>
      </dsp:txXfrm>
    </dsp:sp>
    <dsp:sp modelId="{3D2540A3-7094-495D-99C3-41898A7C74E9}">
      <dsp:nvSpPr>
        <dsp:cNvPr id="0" name=""/>
        <dsp:cNvSpPr/>
      </dsp:nvSpPr>
      <dsp:spPr>
        <a:xfrm>
          <a:off x="8453537" y="1762357"/>
          <a:ext cx="2194304" cy="18098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h-TH" sz="1900" kern="1200" dirty="0"/>
            <a:t>เริ่มใช้งาน</a:t>
          </a:r>
          <a:endParaRPr lang="en-US" sz="1900" kern="1200" dirty="0"/>
        </a:p>
      </dsp:txBody>
      <dsp:txXfrm>
        <a:off x="8495187" y="2191831"/>
        <a:ext cx="2111004" cy="1338719"/>
      </dsp:txXfrm>
    </dsp:sp>
    <dsp:sp modelId="{485C79BC-815D-48D1-A5C7-06E09AE044F3}">
      <dsp:nvSpPr>
        <dsp:cNvPr id="0" name=""/>
        <dsp:cNvSpPr/>
      </dsp:nvSpPr>
      <dsp:spPr>
        <a:xfrm>
          <a:off x="8941160" y="1374534"/>
          <a:ext cx="1950493" cy="775646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Go-Live</a:t>
          </a:r>
        </a:p>
      </dsp:txBody>
      <dsp:txXfrm>
        <a:off x="8963878" y="1397252"/>
        <a:ext cx="1905057" cy="730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D848F-0DA8-4435-9F01-5AFC9026EED9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3E970-C683-4B17-93C6-025A485AE75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98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C5F2-719C-45FA-9069-DE55FD4A6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796F9-B7A0-4E67-B40E-C8B9036E7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F2EB7-5EEB-44CF-AB4F-DEC85439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41570-21E0-44C1-9CBD-1FF12B1A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1203-76D6-4F55-891C-C1437E0E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311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1940-A3A5-4DFA-A8E9-B539440D0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323F2-3EF8-4754-AAF4-0B9CB91B2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25490-A1D8-484B-921D-6A6BBA1D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BA95E-4921-4E03-BAD4-F1E75171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9B620-245A-4C95-AE89-A47DD15A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9586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58F3-B866-42E7-863D-DC415EB4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AA44D-F1BC-4EF9-822D-3259A0BB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D04A9-0275-4E68-889C-9A830050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8D96D-0C29-47A3-B4FA-F3A93F2E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0337A-1BFF-4EAB-A7E5-51C0EC16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59749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BB71-1C3D-4556-87E2-7C881C7E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01630-9829-4BC3-B0A6-A81D381AD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28CC3-FF61-4963-B1FF-D88F72E1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5B583-0EDC-4418-8D2F-45150D9BB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ED75D-5A00-458A-990A-33C7FE3B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CB6DC-DA02-4E68-9061-D58F13C3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4510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1BCE-C529-40FF-BD9A-31FB4A22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1D734-2548-49EF-8404-514BFA5F9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BA18B-A940-41FA-84F0-64F888124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98637-2ACA-46B0-9CA6-858966BB5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B3748-71FB-4F2B-931C-72BD063F32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9E9D04-18E1-453F-8151-78B04B75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D81B0D-E4D1-4D1B-BF74-BC2F3D54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D891E-012C-4B7C-8556-555AF5C3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070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B02B-B401-48CD-BB4A-4A05E503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60745-A34B-4BCD-B409-E41F67DB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28E50-1C4D-4390-B9CB-1B9EAE30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B55DB-EF20-410B-9C19-7D385870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801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3B13F3-3929-4AF5-B407-DBE1FFA2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EB444-76E0-4A02-A24A-5C2A5544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3CE3B-5793-4344-9C24-34B5445A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4121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F9F4-59F7-4CEF-BA7A-122DCE1B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32BD1-1A1A-4CCB-84DC-4342CD289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70196-6F4C-4C81-8A39-ABD3510D9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52446-8B1F-44DD-96D9-88D8BA32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09DEC-C204-446B-AD21-B37BD3C6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D854A-1FF4-45B6-8108-C6CC92CF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376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46A6-BCAE-48E1-A78A-31019606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8A283-D5BB-49D9-A982-FBC468B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4AE87-0B39-4E33-9195-2E08FF53B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A3909-E655-4C14-A76E-E7A49F53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427E6-D7DE-44C5-9953-21706B7F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B0BB2-C9E2-4933-9651-C2055971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287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49A4-2A28-45DA-B9C6-06B17FC6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76258-2AA0-4648-885A-D1D59B452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D425E-AF4B-416B-B3B2-4EAE28EFF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F660E-5792-405D-B627-3517F8ABE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78188-EAD8-4AD7-BE2E-AFD7936B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7415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B5C04-43B4-4E86-992C-3C818889B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75E9C-3ABB-40A3-8ED5-0A080D3C1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B27CE-42EA-4C36-B55E-7F9DFF4B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B45E-18D5-41DF-AD97-230738F1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A7633-C4BA-44C4-932E-57C1E47B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3836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EB95A-3435-49E6-85F3-8A10F5D4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54A35-B961-40A9-803A-C9D851A39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1D1B-682D-485B-91E4-E56092A0F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59D03-7E79-49AD-9887-04BA1AE66B16}" type="datetimeFigureOut">
              <a:rPr lang="th-TH" smtClean="0"/>
              <a:t>13/12/68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FEF2E-7540-4462-826B-F1778F283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0E53C-0614-4301-9891-4B03E4853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C0322-1368-4332-BBBD-1674D8E8B72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802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4A26-864E-F52B-2089-DA17B773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C99D59B4-922D-41B7-2AAE-F60C0133102F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CDC50B-A86A-0E8D-8041-6B2105180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61F157EF-6A83-5902-45FA-8C3CB0DE94C0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07320082-3867-9128-C39B-975C8F09065B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F8E399B-6A9F-0B22-8A4E-96108D37DF16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5D38950D-9AC5-9764-982B-7C77DFB8BA82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1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FC0C8B92-3737-2BFD-7D40-100BCC443842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AC97AF06-6F91-3965-0AA0-1A30C63B67B6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F2A048F4-AD3A-3B99-33E3-15D22DBB6D20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4A292EC9-EA9D-1325-F3DC-872B8D64CCC9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F85FEE76-1A26-F1A7-DC93-798DCE09F70B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F2B5E522-F3CB-1523-991E-25DB6CDF1AFE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EEE38C54-D013-0B94-1D15-DD8D2735C5CC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21B40E1A-9573-939D-5D08-DEA60517854E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E995F746-4059-08C9-9456-49ACD9ADA82D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C8B9C3A3-AE5E-2403-7607-BED0E91AB73B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1C3E18E0-21AD-572A-453C-6AABD86B9E85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6CBDDF5E-276C-2C66-47D2-E3DE68E03347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7F6A30-A3AE-67D9-A990-DDCE561BA52D}"/>
              </a:ext>
            </a:extLst>
          </p:cNvPr>
          <p:cNvSpPr txBox="1"/>
          <p:nvPr/>
        </p:nvSpPr>
        <p:spPr>
          <a:xfrm>
            <a:off x="7300129" y="1759527"/>
            <a:ext cx="4608166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n-US" sz="6600" b="1" i="0" dirty="0">
                <a:solidFill>
                  <a:srgbClr val="2563EB"/>
                </a:solidFill>
                <a:effectLst/>
                <a:latin typeface="Sarabun"/>
              </a:rPr>
              <a:t>PO-Online</a:t>
            </a:r>
          </a:p>
          <a:p>
            <a:pPr algn="ctr">
              <a:buNone/>
            </a:pPr>
            <a:r>
              <a:rPr lang="th-TH" b="0" i="0" dirty="0">
                <a:solidFill>
                  <a:srgbClr val="475569"/>
                </a:solidFill>
                <a:effectLst/>
                <a:latin typeface="Sarabun"/>
              </a:rPr>
              <a:t>ระบบสั่งซื้อออนไลน์ที่มีมาตรฐานและตรวจสอบได้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73D696-7023-D02D-B478-CC0F17DE5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0" y="1100856"/>
            <a:ext cx="7516274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6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BF33-42B4-BAAA-3A28-B57FB0A2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229B0B0-2B88-8EC3-3EE2-BD12CFD1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42" y="629184"/>
            <a:ext cx="10659221" cy="5411605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57C8F41B-7EC4-8C46-C56F-006C9E5BE746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8A7481-FF6F-7A0A-7B10-7AC17A46E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07B8C3B4-B0A2-8247-C710-FF32114A5935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1817CAE-7125-E639-C190-7A4027AB7779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0B738363-6CBF-22C3-7798-4D08BDEB9AF7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1F2642C2-BF2B-24BE-5E4E-B75BEEAF1221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2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02758120-0965-AF57-CF8C-3021D0880AA0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6540242-D643-A1FF-256D-030199F85B4E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8F50FFAC-90DE-B418-CA8A-3D928B13046D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74893184-070D-5A86-0E4C-E04AF1A036FA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84BBC94A-E420-3ECD-A1FE-C14E5F43B341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7BBC8A5B-5B47-0B1A-5444-0DAB277FA894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2662A623-D583-7523-C3BE-9DED32BB3B1C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DB754DE5-5B80-16BA-B3D5-A1559B5DA039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26D4E022-6B8D-C3BD-6EED-DA36674C1CB3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05057521-60EC-A910-619C-520EFD347880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53660838-8326-40E9-91CD-8821811A5513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E5AEDB51-D8A5-C69C-914B-570FB893F399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71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94AF-4715-2DC7-1182-0AEB04A4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755173B-1CB8-1500-BAB7-216FEE4FA6F3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1CC812-B82F-C77F-FE68-732344862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72B53BEF-9C4D-2AE8-171C-E5826431F923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0A70CF36-401F-D9B9-5E62-2B4612611BB3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C6593CBD-FD7A-6824-F492-A2329A66A0E0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1DAABC32-4D46-D9FB-8F8F-74A2F3FC5CD7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3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CA168C34-5643-08C1-0FDE-19EC92092DC4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179E064-92EB-6B53-524C-F0D565DF7A9F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3E515FE2-322F-FEE8-D9C0-5264E8DC99BE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0B11A909-98D7-C5CB-5AAA-74153448D9A0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B6F5D0C9-DC45-7373-6D9D-64A47AF99E2F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C426F063-7805-BC24-3891-B71DA6059B27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6F32E709-993C-68A9-19E7-533BB142ABF5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7A0AE01F-801F-EA30-F068-F3DB5F8B90CA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9EABAA4D-809B-C78D-16B3-F8B9E52A17DC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F59F8203-4F1F-1EE7-77AB-E353BC6C1B34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3750A891-00DE-24D1-4BF5-15C03ECE4E28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7605BB5F-FAF2-774D-CB10-AC9FA1ECF705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E623-BEC8-E7E5-22DC-A863D61E6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26" y="1561971"/>
            <a:ext cx="3428086" cy="35023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05FD8E-AAE6-8549-5D43-96F5887EC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825" y="1578794"/>
            <a:ext cx="4705589" cy="34701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A18696D-F430-5258-08C2-7D5326D95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322" y="1529190"/>
            <a:ext cx="2683945" cy="36987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0BBFDF-4A04-A1B0-2123-7C58E7BFCCB5}"/>
              </a:ext>
            </a:extLst>
          </p:cNvPr>
          <p:cNvSpPr txBox="1"/>
          <p:nvPr/>
        </p:nvSpPr>
        <p:spPr>
          <a:xfrm>
            <a:off x="305926" y="543529"/>
            <a:ext cx="7093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en-US" sz="3200" b="1" i="0" dirty="0">
                <a:solidFill>
                  <a:srgbClr val="2563EB"/>
                </a:solidFill>
                <a:effectLst/>
                <a:latin typeface="Sarabun"/>
              </a:rPr>
              <a:t>PO </a:t>
            </a:r>
            <a:r>
              <a:rPr lang="th-TH" sz="3200" b="1" dirty="0">
                <a:solidFill>
                  <a:srgbClr val="2563EB"/>
                </a:solidFill>
                <a:latin typeface="Sarabun"/>
              </a:rPr>
              <a:t>ปัจจุบัน</a:t>
            </a:r>
            <a:endParaRPr lang="en-US" sz="3200" b="1" i="0" dirty="0">
              <a:solidFill>
                <a:srgbClr val="2563EB"/>
              </a:solidFill>
              <a:effectLst/>
              <a:latin typeface="Sarabun"/>
            </a:endParaRPr>
          </a:p>
        </p:txBody>
      </p:sp>
    </p:spTree>
    <p:extLst>
      <p:ext uri="{BB962C8B-B14F-4D97-AF65-F5344CB8AC3E}">
        <p14:creationId xmlns:p14="http://schemas.microsoft.com/office/powerpoint/2010/main" val="2916621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3FCC-A1E8-7DF5-31F0-AB87A2A9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DD7A15BC-D3B3-E7FB-4355-AF6F50102F93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121468-0D62-F1C8-7B94-D9AE7CE93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2CED77FB-08A2-7687-03E7-9A4783CC30A1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97A2B01-9929-17B0-0C46-C079E88F12A0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4E924454-EEA3-3052-A7F3-95905C04CB0C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9302BC86-0595-A3B0-F135-C0C750FFF437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4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D77C6E61-A84D-7AA8-0D17-8C9358296CFE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5A8BD3B8-B954-BB2E-C4A1-103E98EF6BCE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17C42B5F-8BD2-577C-5208-52498B5C6240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889F82C0-95ED-7885-5D69-A83FB4110CD6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BC5AFE16-3C2D-BC94-BD9A-5A071A5FD582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62C07F72-BA65-FE73-A5F7-BD518F3FDC4A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AF7AFABB-2C59-F1F5-3669-5175E3FE5B9E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0BCFA1E9-286D-07C0-2055-57DC868566F5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24604E6C-6C57-300E-59A1-14D3A7EC525D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FB8CC101-1632-D3A4-58E9-7171DDE9184F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11EAC627-F164-14BC-4FCD-3B7CE1EBD11C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F84F656C-D5AD-44D9-7C58-5E39BAEC8DA3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B590D1-47C9-D5E4-2CFD-CF289A475C29}"/>
              </a:ext>
            </a:extLst>
          </p:cNvPr>
          <p:cNvSpPr txBox="1"/>
          <p:nvPr/>
        </p:nvSpPr>
        <p:spPr>
          <a:xfrm>
            <a:off x="843257" y="1128304"/>
            <a:ext cx="1083945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</a:t>
            </a:r>
            <a:r>
              <a:rPr lang="th-TH" sz="1600" b="1" dirty="0"/>
              <a:t>ไม่มีรูปแบบที่แน่นอน ชัดเจน ของเอกสาร</a:t>
            </a: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Sale </a:t>
            </a:r>
            <a:r>
              <a:rPr lang="th-TH" sz="1600" dirty="0"/>
              <a:t>แต่ละคนใช้เอกสารไม่เหมือนกัน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Sale Admin </a:t>
            </a:r>
            <a:r>
              <a:rPr lang="th-TH" sz="1600" dirty="0"/>
              <a:t>รับเอกสารไปดำเนินการต่อด้วยรูปแบบที่แตกต่างกัน</a:t>
            </a:r>
          </a:p>
          <a:p>
            <a:br>
              <a:rPr lang="en-US" sz="1600" dirty="0"/>
            </a:br>
            <a:r>
              <a:rPr lang="en-US" sz="1600" b="1" dirty="0"/>
              <a:t>2. </a:t>
            </a:r>
            <a:r>
              <a:rPr lang="th-TH" sz="1600" b="1" dirty="0"/>
              <a:t>การตรวจสอบข้อมูลกับ </a:t>
            </a:r>
            <a:r>
              <a:rPr lang="en-US" sz="1600" b="1" dirty="0"/>
              <a:t>Admin </a:t>
            </a:r>
            <a:r>
              <a:rPr lang="th-TH" sz="1600" b="1" dirty="0"/>
              <a:t>ผ่าน </a:t>
            </a:r>
            <a:r>
              <a:rPr lang="en-US" sz="1600" b="1" dirty="0"/>
              <a:t>Line </a:t>
            </a:r>
            <a:r>
              <a:rPr lang="th-TH" sz="1600" b="1" dirty="0"/>
              <a:t>ไม่มีหลักฐาน ช่วงเวลาที่พูดคุยที่ชัดเจน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Sale </a:t>
            </a:r>
            <a:r>
              <a:rPr lang="th-TH" sz="1600" dirty="0"/>
              <a:t>และ </a:t>
            </a:r>
            <a:r>
              <a:rPr lang="en-US" sz="1600" dirty="0"/>
              <a:t>Admin </a:t>
            </a:r>
            <a:r>
              <a:rPr lang="th-TH" sz="1600" dirty="0"/>
              <a:t>ยืนยันข้อมูลผ่าน </a:t>
            </a:r>
            <a:r>
              <a:rPr lang="en-US" sz="1600" dirty="0"/>
              <a:t>Line Group </a:t>
            </a:r>
            <a:r>
              <a:rPr lang="th-TH" sz="1600" dirty="0"/>
              <a:t>ข้อมูลสูญหาย ไม่ชัดเจน</a:t>
            </a:r>
          </a:p>
          <a:p>
            <a:br>
              <a:rPr lang="en-US" sz="1600" dirty="0"/>
            </a:br>
            <a:r>
              <a:rPr lang="en-US" sz="1600" b="1" dirty="0"/>
              <a:t>3. </a:t>
            </a:r>
            <a:r>
              <a:rPr lang="th-TH" sz="1600" b="1" dirty="0"/>
              <a:t>ไม่มีรูปของสินค้าใน </a:t>
            </a:r>
            <a:r>
              <a:rPr lang="en-US" sz="1600" b="1" dirty="0"/>
              <a:t>PO </a:t>
            </a:r>
            <a:r>
              <a:rPr lang="th-TH" sz="1600" b="1" dirty="0"/>
              <a:t>เพื่อให้เกิดความชัดเจนในการยืนยัน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</a:t>
            </a:r>
            <a:r>
              <a:rPr lang="th-TH" sz="1600" dirty="0"/>
              <a:t> </a:t>
            </a:r>
            <a:r>
              <a:rPr lang="en-US" sz="1600" dirty="0"/>
              <a:t>Sale </a:t>
            </a:r>
            <a:r>
              <a:rPr lang="th-TH" sz="1600" dirty="0"/>
              <a:t>และ </a:t>
            </a:r>
            <a:r>
              <a:rPr lang="en-US" sz="1600" dirty="0"/>
              <a:t>Admin </a:t>
            </a:r>
            <a:r>
              <a:rPr lang="th-TH" sz="1600" dirty="0"/>
              <a:t>คุยกันด้วยรหัส ไม่มีรูปภาพช่วยยืนยัน</a:t>
            </a:r>
          </a:p>
          <a:p>
            <a:br>
              <a:rPr lang="en-US" sz="1600" dirty="0"/>
            </a:br>
            <a:r>
              <a:rPr lang="en-US" sz="1600" b="1" dirty="0"/>
              <a:t>4. </a:t>
            </a:r>
            <a:r>
              <a:rPr lang="th-TH" sz="1600" b="1" dirty="0"/>
              <a:t>ต้องพิมพ์เอกสารออกมาเพื่อ </a:t>
            </a:r>
            <a:r>
              <a:rPr lang="en-US" sz="1600" b="1" dirty="0"/>
              <a:t>Confirm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มีการใช้กระดาษเพื่อเซ็นยืนยัน</a:t>
            </a:r>
            <a:r>
              <a:rPr lang="en-US" sz="1600" dirty="0"/>
              <a:t> PO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ต้อง</a:t>
            </a:r>
            <a:r>
              <a:rPr lang="en-US" sz="1600" dirty="0"/>
              <a:t>Scan </a:t>
            </a:r>
            <a:r>
              <a:rPr lang="th-TH" sz="1600" dirty="0"/>
              <a:t>หรือถ่ายรูป เอกสารส่งให้ </a:t>
            </a:r>
            <a:r>
              <a:rPr lang="en-US" sz="1600" dirty="0"/>
              <a:t>Admin </a:t>
            </a:r>
            <a:r>
              <a:rPr lang="th-TH" sz="1600" dirty="0"/>
              <a:t>เพื่อยืนยัน </a:t>
            </a:r>
            <a:r>
              <a:rPr lang="en-US" sz="1600" dirty="0"/>
              <a:t>PO</a:t>
            </a:r>
            <a:endParaRPr lang="th-TH" sz="1600" dirty="0"/>
          </a:p>
          <a:p>
            <a:endParaRPr lang="th-TH" sz="1600" dirty="0"/>
          </a:p>
          <a:p>
            <a:r>
              <a:rPr lang="en-US" sz="1600" b="1" dirty="0"/>
              <a:t>5. </a:t>
            </a:r>
            <a:r>
              <a:rPr lang="th-TH" sz="1600" b="1" dirty="0"/>
              <a:t>การเซ็นยืนยันจากลูกค้ายุ่งยาก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ต้อง </a:t>
            </a:r>
            <a:r>
              <a:rPr lang="en-US" sz="1600" dirty="0"/>
              <a:t>Print </a:t>
            </a:r>
            <a:r>
              <a:rPr lang="th-TH" sz="1600" dirty="0"/>
              <a:t>เป็นกระดาษออกไปให้เซ็น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เสียเวลาเดินทางเพื่อขอลายเซ็นลูกค้า</a:t>
            </a:r>
            <a:endParaRPr lang="en-US" sz="1600" dirty="0"/>
          </a:p>
          <a:p>
            <a:br>
              <a:rPr lang="en-US" sz="1600" b="1" dirty="0"/>
            </a:br>
            <a:r>
              <a:rPr lang="en-US" sz="1600" b="1" dirty="0"/>
              <a:t>6. </a:t>
            </a:r>
            <a:r>
              <a:rPr lang="th-TH" sz="1600" b="1" dirty="0"/>
              <a:t>การสืบค้น </a:t>
            </a:r>
            <a:r>
              <a:rPr lang="en-US" sz="1600" b="1" dirty="0"/>
              <a:t>PO </a:t>
            </a:r>
            <a:r>
              <a:rPr lang="th-TH" sz="1600" b="1" dirty="0"/>
              <a:t>ย้อนหลังยุ่งยาก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PO </a:t>
            </a:r>
            <a:r>
              <a:rPr lang="th-TH" sz="1600" dirty="0"/>
              <a:t>ที่ถูกเปิดเก็บเป็นไฟล์ที่ </a:t>
            </a:r>
            <a:r>
              <a:rPr lang="en-US" sz="1600" dirty="0"/>
              <a:t>Sale </a:t>
            </a:r>
            <a:r>
              <a:rPr lang="th-TH" sz="1600" dirty="0"/>
              <a:t>และ </a:t>
            </a:r>
            <a:r>
              <a:rPr lang="en-US" sz="1600" dirty="0"/>
              <a:t>Admin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PO </a:t>
            </a:r>
            <a:r>
              <a:rPr lang="th-TH" sz="1600" dirty="0"/>
              <a:t>พิมพ์เป็นเอกสารเก็บเข้าแฟ้ม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CD777D-816E-E82F-509B-A92C2A1920F1}"/>
              </a:ext>
            </a:extLst>
          </p:cNvPr>
          <p:cNvSpPr txBox="1"/>
          <p:nvPr/>
        </p:nvSpPr>
        <p:spPr>
          <a:xfrm>
            <a:off x="305926" y="543529"/>
            <a:ext cx="7093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th-TH" sz="3200" b="1" dirty="0">
                <a:solidFill>
                  <a:srgbClr val="2563EB"/>
                </a:solidFill>
                <a:latin typeface="Sarabun"/>
              </a:rPr>
              <a:t>ปัญหาของการใช้ </a:t>
            </a:r>
            <a:r>
              <a:rPr lang="en-US" sz="3200" b="1" dirty="0">
                <a:solidFill>
                  <a:srgbClr val="2563EB"/>
                </a:solidFill>
                <a:latin typeface="Sarabun"/>
              </a:rPr>
              <a:t>PO </a:t>
            </a:r>
            <a:r>
              <a:rPr lang="th-TH" sz="3200" b="1" dirty="0">
                <a:solidFill>
                  <a:srgbClr val="2563EB"/>
                </a:solidFill>
                <a:latin typeface="Sarabun"/>
              </a:rPr>
              <a:t>ปัจจุบัน</a:t>
            </a:r>
            <a:endParaRPr lang="en-US" sz="3200" b="1" i="0" dirty="0">
              <a:solidFill>
                <a:srgbClr val="2563EB"/>
              </a:solidFill>
              <a:effectLst/>
              <a:latin typeface="Sarabun"/>
            </a:endParaRPr>
          </a:p>
        </p:txBody>
      </p:sp>
    </p:spTree>
    <p:extLst>
      <p:ext uri="{BB962C8B-B14F-4D97-AF65-F5344CB8AC3E}">
        <p14:creationId xmlns:p14="http://schemas.microsoft.com/office/powerpoint/2010/main" val="156707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E3DA-FC1F-57F6-BFC3-15007C27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9311287B-1256-89FC-90B5-08C7953DADD2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8CA6F1-26EC-42BA-CC87-10EE6CFAB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D7F5F721-9A18-1C91-E6DA-21D6BD449171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93DD0B4-1022-5848-12EE-4CAA67DA90EB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7C6CD8AE-250C-F4FB-BEAF-6A82FD9D3326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D3F9D18F-4707-7D96-A40C-626FFCEA741B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5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5472F3F4-9E4C-84CF-C789-0EA4CB7CB7D5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EAD5335C-29BF-ADB9-EFEE-8EF6D3CB50A9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AB0CC48F-3D2A-13DA-D0B0-71050D0B7775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0AD0DB74-84DD-2088-F915-790B3F88FACB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5BD336B0-B83D-3CD5-DED2-2F089BCE606A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52E09A2E-3F6B-EEA0-ED55-BDB1ABF8E44F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021E8C94-5D69-6B1B-1CC6-99B2290DE499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233A8062-F513-E2CB-D7D2-BA24CC8BBE0C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3B52AC1E-25AC-0F7E-B257-4C973C9D8508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D3D0EBD4-2F1B-8F60-5AF3-EABCCCAB7F39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54F2F907-CDD1-F69D-7EA1-34C2CEA9CDA7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50DCDD00-5C35-4458-C1DD-FAB8EFFB854B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29732-CB62-1AB6-EAD0-B31093B4DA10}"/>
              </a:ext>
            </a:extLst>
          </p:cNvPr>
          <p:cNvSpPr txBox="1"/>
          <p:nvPr/>
        </p:nvSpPr>
        <p:spPr>
          <a:xfrm>
            <a:off x="305926" y="543529"/>
            <a:ext cx="824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th-TH" sz="3200" b="1" dirty="0">
                <a:solidFill>
                  <a:srgbClr val="2563EB"/>
                </a:solidFill>
                <a:latin typeface="Sarabun"/>
              </a:rPr>
              <a:t>การใช้งาน </a:t>
            </a:r>
            <a:r>
              <a:rPr lang="en-US" sz="3200" b="1" dirty="0">
                <a:solidFill>
                  <a:srgbClr val="2563EB"/>
                </a:solidFill>
                <a:latin typeface="Sarabun"/>
              </a:rPr>
              <a:t>PO-Online </a:t>
            </a:r>
            <a:r>
              <a:rPr lang="en-US" sz="1400" b="1" dirty="0">
                <a:solidFill>
                  <a:srgbClr val="2563EB"/>
                </a:solidFill>
                <a:latin typeface="Sarabun"/>
              </a:rPr>
              <a:t>(</a:t>
            </a:r>
            <a:r>
              <a:rPr lang="th-TH" sz="1400" b="1" dirty="0">
                <a:solidFill>
                  <a:srgbClr val="FF0000"/>
                </a:solidFill>
                <a:latin typeface="Sarabun"/>
              </a:rPr>
              <a:t>สามารถ </a:t>
            </a:r>
            <a:r>
              <a:rPr lang="en-US" sz="1400" b="1" dirty="0">
                <a:solidFill>
                  <a:srgbClr val="FF0000"/>
                </a:solidFill>
                <a:latin typeface="Sarabun"/>
              </a:rPr>
              <a:t>Scan </a:t>
            </a:r>
            <a:r>
              <a:rPr lang="th-TH" sz="1400" b="1" dirty="0">
                <a:solidFill>
                  <a:srgbClr val="FF0000"/>
                </a:solidFill>
                <a:latin typeface="Sarabun"/>
              </a:rPr>
              <a:t>เพื่อเข้าใช้งานด้วย </a:t>
            </a:r>
            <a:r>
              <a:rPr lang="en-US" sz="1400" b="1" dirty="0">
                <a:solidFill>
                  <a:srgbClr val="FF0000"/>
                </a:solidFill>
                <a:latin typeface="Sarabun"/>
              </a:rPr>
              <a:t>Mobile</a:t>
            </a:r>
            <a:r>
              <a:rPr lang="en-US" sz="1400" b="1" dirty="0">
                <a:solidFill>
                  <a:srgbClr val="2563EB"/>
                </a:solidFill>
                <a:latin typeface="Sarabun"/>
              </a:rPr>
              <a:t>)</a:t>
            </a:r>
            <a:endParaRPr lang="en-US" sz="3200" b="1" i="0" dirty="0">
              <a:solidFill>
                <a:srgbClr val="2563EB"/>
              </a:solidFill>
              <a:effectLst/>
              <a:latin typeface="Sarabu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5C2825-283A-CB18-7F03-D379B026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39" y="1029964"/>
            <a:ext cx="9904990" cy="49940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6310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0C41-208E-59B1-6435-25CE9D7D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34AB9F3-FBE4-224A-6989-61865854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75" y="1062521"/>
            <a:ext cx="5101520" cy="2712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2F26CF95-BDB4-F38D-CFC2-9CBE2F1A8EE6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514AFE-A0C3-2AAE-8AE5-F238AFE80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254C3B26-94E6-064C-6644-CCD66855DD56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E3EF95B1-1BE3-2CD2-9EB6-2E2C862E2E49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1FB9155E-8A0C-7B61-44E6-B18A9456B6DC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8144BE83-7EA1-841D-124C-01275595D6B3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6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A3C39A8B-5CD4-2AB3-9348-41C89151BF8F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40A414C7-E81A-4FD3-99C8-80FDB1E931A8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3E60BBD8-09F0-421A-B4ED-4584944C38CE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5FAF4DCE-C9C9-D74B-E369-FC2533713B06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44505966-775D-66FD-3E2C-95C3D6EDA7F0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0F8D7D03-6593-DE9B-C6CF-3CD1518E7D48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33AA25DE-A5B2-DE21-7FCD-DFE6FC37010F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7CFECDC8-E458-7CEC-85D1-49B53AEC748E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1C80F40A-6EA2-6B98-A759-5F784BDFFB60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8DC5FC42-4F09-9369-C4AB-97BB0A0BCBA2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BA72CC76-2D8A-2000-E1DE-10708100FC8D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8748FEE5-8C2B-1376-0362-D751B0847A04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5EB77-1E95-E9BD-F0A8-C9A6156480A9}"/>
              </a:ext>
            </a:extLst>
          </p:cNvPr>
          <p:cNvSpPr txBox="1"/>
          <p:nvPr/>
        </p:nvSpPr>
        <p:spPr>
          <a:xfrm>
            <a:off x="305926" y="543529"/>
            <a:ext cx="7093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th-TH" sz="3200" b="1" dirty="0">
                <a:solidFill>
                  <a:srgbClr val="2563EB"/>
                </a:solidFill>
                <a:latin typeface="Sarabun"/>
              </a:rPr>
              <a:t>การใช้งานบน </a:t>
            </a:r>
            <a:r>
              <a:rPr lang="en-US" sz="3200" b="1" dirty="0">
                <a:solidFill>
                  <a:srgbClr val="2563EB"/>
                </a:solidFill>
                <a:latin typeface="Sarabun"/>
              </a:rPr>
              <a:t>PC</a:t>
            </a:r>
            <a:endParaRPr lang="en-US" sz="3200" b="1" i="0" dirty="0">
              <a:solidFill>
                <a:srgbClr val="2563EB"/>
              </a:solidFill>
              <a:effectLst/>
              <a:latin typeface="Sarabun"/>
            </a:endParaRP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392E14-105B-D1E7-BB45-8064429B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659" y="1058829"/>
            <a:ext cx="4980094" cy="2652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B3F6D2-A301-2E9D-7CA0-09236D811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33" y="3849724"/>
            <a:ext cx="5206386" cy="25686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92911B-E74C-0B93-C770-416C0DED1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658" y="3842482"/>
            <a:ext cx="4980196" cy="25758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4120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9B387-FE1A-B86F-E723-8D38C9D6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813DA02E-ABD9-EF16-AED8-BD35F5688EE3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ACC83B-CB20-4DA3-4CE9-8FFD3A50A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020A0271-DA79-3A7A-387E-83078E4137FB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3A735628-D638-AF56-BB1E-66B387FA7062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122BDE8D-4767-275D-1274-49673A7153F9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B7EF42A0-F564-1D35-097E-EE58E081ABB9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7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67F299A8-77D2-7755-F60A-519711AF0C4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8AAD84E-8777-CAD6-6138-EAACDBE86302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43780099-6414-4481-8B9F-E4002520A508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2E35337D-4B00-96A3-AB37-57784F62C478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536A739A-78E1-493F-361E-66FE7ECACA26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FC62ACF4-CDC9-4A19-131B-6F972834A1BD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89720336-5A07-D92D-E2E1-8100A0C404C4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F944D9F1-B195-6328-E4B3-9E36CC045196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FD4D3E63-AC79-FAAB-9702-B18500884509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A7469926-99C2-FE5B-F644-3CBEE4334C85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3B788554-8175-758C-97AB-C14748191949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38F044D7-ECE5-A942-1F6F-D71AA0FDC721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8B42-66DB-4070-9AED-BEDA8443C50A}"/>
              </a:ext>
            </a:extLst>
          </p:cNvPr>
          <p:cNvSpPr txBox="1"/>
          <p:nvPr/>
        </p:nvSpPr>
        <p:spPr>
          <a:xfrm>
            <a:off x="305926" y="543529"/>
            <a:ext cx="7093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th-TH" sz="3200" b="1" dirty="0">
                <a:solidFill>
                  <a:srgbClr val="2563EB"/>
                </a:solidFill>
                <a:latin typeface="Sarabun"/>
              </a:rPr>
              <a:t>การใช้งานบน </a:t>
            </a:r>
            <a:r>
              <a:rPr lang="en-US" sz="3200" b="1" dirty="0">
                <a:solidFill>
                  <a:srgbClr val="2563EB"/>
                </a:solidFill>
                <a:latin typeface="Sarabun"/>
              </a:rPr>
              <a:t>Mobile (Android &amp; IOS)</a:t>
            </a:r>
            <a:endParaRPr lang="en-US" sz="3200" b="1" i="0" dirty="0">
              <a:solidFill>
                <a:srgbClr val="2563EB"/>
              </a:solidFill>
              <a:effectLst/>
              <a:latin typeface="Sarabu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9D2DE3-F47B-C140-5FB5-E7FC6119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75" y="1103589"/>
            <a:ext cx="2326613" cy="49685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269F555-7E24-3C6C-C0F9-172817102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152" y="1085627"/>
            <a:ext cx="2529823" cy="49685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B44A314-4341-4669-3041-C404E9406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540" y="1101915"/>
            <a:ext cx="2486420" cy="49279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73C59C3-951A-C0F1-9C59-712F1774B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6883" y="1101915"/>
            <a:ext cx="2278966" cy="49180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5168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14BF-2D24-B73A-7A7E-C80162365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B0E8B21B-3751-7897-6F93-2701CF90134D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F3EE65-82FB-2B16-902F-477CFEC22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4B7E9ECA-EA09-0FB1-2E6E-FA570D2496FD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9DBBC3B7-7820-FD39-A27F-80E88438EB39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CC27A5A7-20DE-A2D6-72C9-A5D5CD656027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971AC687-4C28-F0E2-F814-3EDE9C1FB24E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8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BD1D2BCE-59B2-8437-1391-0F7D11BA8BF9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4CC5EFB-618C-A879-C1A1-875187855BC2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B5AE9889-1539-35FE-F0A5-3B400FE93A1B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8295C226-CDC8-0B5C-D35D-E9331CC21FDA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68B70EAA-B830-5605-2FC9-EBB632102F7E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A6AB575C-FA37-583A-61A1-070CCE33E159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BA1C1BC7-6D99-A779-2D84-4CC609E20DDD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8D0930C3-1AAF-2543-6D46-8E4EA81C8E50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77132205-E75E-B2A0-68C5-64EC5C6B17FC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A8D20F30-FE91-D1F9-14BB-EFD76890659B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8638428E-A155-0ED1-66F1-7CC4FDA3BB8B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B9777A21-962E-C1A0-F7A9-EFF7E6C472CF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B9CA5-5DD6-A8E1-D2AA-4BF5D264F57B}"/>
              </a:ext>
            </a:extLst>
          </p:cNvPr>
          <p:cNvSpPr txBox="1"/>
          <p:nvPr/>
        </p:nvSpPr>
        <p:spPr>
          <a:xfrm>
            <a:off x="305926" y="543529"/>
            <a:ext cx="7093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th-TH" sz="3200" b="1" i="0" dirty="0">
                <a:solidFill>
                  <a:srgbClr val="2563EB"/>
                </a:solidFill>
                <a:effectLst/>
                <a:latin typeface="Sarabun"/>
              </a:rPr>
              <a:t>ตัวอย่าง </a:t>
            </a:r>
            <a:r>
              <a:rPr lang="en-US" sz="3200" b="1" i="0" dirty="0">
                <a:solidFill>
                  <a:srgbClr val="2563EB"/>
                </a:solidFill>
                <a:effectLst/>
                <a:latin typeface="Sarabun"/>
              </a:rPr>
              <a:t>PO </a:t>
            </a:r>
            <a:r>
              <a:rPr lang="th-TH" sz="3200" b="1" i="0" dirty="0">
                <a:solidFill>
                  <a:srgbClr val="2563EB"/>
                </a:solidFill>
                <a:effectLst/>
                <a:latin typeface="Sarabun"/>
              </a:rPr>
              <a:t>จากระบบพร้อม </a:t>
            </a:r>
            <a:r>
              <a:rPr lang="en-US" sz="3200" b="1" i="0" dirty="0">
                <a:solidFill>
                  <a:srgbClr val="2563EB"/>
                </a:solidFill>
                <a:effectLst/>
                <a:latin typeface="Sarabun"/>
              </a:rPr>
              <a:t>e-Signature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8792A6-FCEB-9CA0-6771-B1326BCAF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91" y="1018186"/>
            <a:ext cx="4685604" cy="55505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6E422D9-8E63-DE77-820A-56F9D506A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67" y="1010760"/>
            <a:ext cx="4596964" cy="55634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40244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09CAB-DE01-81C9-1243-E7BC51D9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477BFB-3252-1D68-C8EA-C014C7B90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49" y="551164"/>
            <a:ext cx="10219722" cy="5602918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A67AACFE-9B16-AC5D-303C-78E11445F806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9EC1DE-3D61-CC0D-B9B3-50FA5CF5E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35D276D4-40B3-E7EE-E4FD-3D535ACF9029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4EDE1D2-42E8-1C71-75A1-09307280264F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117E72E2-AC16-40F3-C882-19F1AD0292E4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64F073C3-6F07-409C-DCEF-7634620A6241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9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82E60BF9-A200-BB18-EE17-C2DA7FBBD138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912EBE28-B65C-C4E7-5696-44A516FDA9A4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AA458063-EEDE-44D1-9A16-95DB0D70D8BF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D63A4732-2EEC-C809-2374-E5845A3DE2BA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3B6F103B-8299-083F-C87B-CDB9799B6292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A022F520-EF1C-ADE8-EBA1-8724E5E78C71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1FE0F01F-43CB-5502-3CA0-B20092EDABDE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141B7395-C274-50AF-E836-781D083DF6F0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7428679F-3B45-927B-E560-E47A5A8363AE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54489C37-EB94-E0F3-FD1B-D3970964E534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E5341CDB-2360-F8B9-090A-540FCD013065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9A06CFF6-2ED1-D341-3C76-39525AAF0BA5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919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2C2C5B-CEB8-E39A-4FE1-4056193D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44" y="505880"/>
            <a:ext cx="9917581" cy="5561344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3FECE9A0-4189-4394-98D5-5D09F45494DD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4234F8-8D68-42B3-8B75-74BF1C230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B822BF46-5C66-431A-B6EE-7880751D02AB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39EF9751-7D84-43A8-9813-1A967E47DAF8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571A846E-C8BC-4ED7-957B-760C7ECA8E55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6DA0B5DB-98BD-ADF5-421B-028B9555286E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10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18BAA3F8-98C4-0708-0D09-D861820C30FE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81AC15B-358C-2612-624B-1376B598A079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9B001FE6-AD3A-A871-D009-A15DFDEC6232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7083C55F-74DC-F08F-0D56-5327B280B77C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E83F956F-B157-0C11-42AF-1D5F66F40502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0C39F8B4-7B8B-A64A-F8F2-5844CC325F63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21AAC21E-5004-4E24-8B29-8BC582153603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ABFE546B-EDA6-7DF0-1CB2-86393E53D2EA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184C513F-96E3-53C2-30AD-724317770D6E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EDFAACCE-C7B2-C79B-BA5D-5A9C357D9F81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DB6DD2A5-16E5-36A9-F52C-58EB30EAB51F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1B8D4879-E4BD-3322-4410-00B9D7AA2C11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54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A5D42-01A3-BE33-2E6F-0B50CAD2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912BD8AC-FDB9-8E94-E636-08A42BBCAA20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054A4D-02F7-05E7-9EEF-E3C3ACA86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534B2A7D-E209-ACA1-5CE6-5808D0E28086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718FADC-F46D-D3A8-100F-BD4E20ED2EF4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2049C773-15AB-F9EC-E364-ACF9DD98012D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3BE9EE0A-C328-A145-D83F-ED87DE6A3ABD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11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BA7127BA-4E58-C7D7-2A0D-099B1D2F8DB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1413E81-9337-F670-62B5-7170700C9128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8B6D4865-16DE-51BB-52CC-F709E8F120BC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9EAF89B4-F39B-45E7-4672-BBFDE4957057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045AE178-DF4D-E5ED-B15A-117C79266722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8983D463-FB49-E548-628A-2EF6C8386C70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097B0194-A39E-6B2B-0935-4BB1350E730B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176DE679-8834-2D19-1640-E47847659725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972F9CEE-04EE-8200-3354-3A36C7D91675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FA10EFAB-5EBC-20F4-01DB-E38443842800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FC8B4453-076D-777E-98BD-2EA3707A0385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24850389-03A3-9584-1D1F-DC711F1AB6B4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9BD421-0F09-6F16-6A2A-AD34D8BBD7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304438"/>
              </p:ext>
            </p:extLst>
          </p:nvPr>
        </p:nvGraphicFramePr>
        <p:xfrm>
          <a:off x="526473" y="719667"/>
          <a:ext cx="10898909" cy="5334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Arrow: Right 12">
            <a:extLst>
              <a:ext uri="{FF2B5EF4-FFF2-40B4-BE49-F238E27FC236}">
                <a16:creationId xmlns:a16="http://schemas.microsoft.com/office/drawing/2014/main" id="{4D04E129-5583-EF39-DEF8-0E88433F008C}"/>
              </a:ext>
            </a:extLst>
          </p:cNvPr>
          <p:cNvSpPr/>
          <p:nvPr/>
        </p:nvSpPr>
        <p:spPr>
          <a:xfrm rot="5400000">
            <a:off x="4239542" y="1321170"/>
            <a:ext cx="581791" cy="5546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272620-ECB1-84AF-5486-1732578133B7}"/>
              </a:ext>
            </a:extLst>
          </p:cNvPr>
          <p:cNvSpPr txBox="1"/>
          <p:nvPr/>
        </p:nvSpPr>
        <p:spPr>
          <a:xfrm>
            <a:off x="2549932" y="828296"/>
            <a:ext cx="3785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th-TH" sz="1800" b="1" i="0" dirty="0">
                <a:solidFill>
                  <a:srgbClr val="FF0000"/>
                </a:solidFill>
                <a:effectLst/>
                <a:latin typeface="Sarabun"/>
              </a:rPr>
              <a:t>เรากำลังอยู่ขั้นตอนนี้</a:t>
            </a:r>
            <a:endParaRPr lang="en-US" sz="1800" b="1" i="0" dirty="0">
              <a:solidFill>
                <a:srgbClr val="FF0000"/>
              </a:solidFill>
              <a:effectLst/>
              <a:latin typeface="Sarabun"/>
            </a:endParaRPr>
          </a:p>
        </p:txBody>
      </p:sp>
    </p:spTree>
    <p:extLst>
      <p:ext uri="{BB962C8B-B14F-4D97-AF65-F5344CB8AC3E}">
        <p14:creationId xmlns:p14="http://schemas.microsoft.com/office/powerpoint/2010/main" val="2577988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AC78-3858-8F1B-2420-60F8D4F4E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6B286FA-BC70-9BE6-937D-17CF6EE83AD3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0B8716-2C1A-1C95-6820-4B4225CD6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77A25ED7-DB74-1ACC-63F6-565A322DAFD2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E2A30F36-AE3A-5A0E-F2AC-23FD29E78E2D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B4AA498A-E8E9-D475-7AE6-45013AC88CBD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EA2ABCD6-82A3-F007-8063-16D35F59D18D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12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8F8452B9-6330-CD80-6749-B46D7A56767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BB6E0BB2-68FE-67CF-0A4C-EF1E5C39DB9C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073DA353-B74C-F756-B6F3-EDF027BFCBCF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544236B9-0E0F-924D-2361-5A60360CCAB7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9BC3859D-5571-0A72-8E44-DFF3AF33BF02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BC91EC3C-6644-B89F-0876-B609898DFAA3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CB32FE4E-3282-2BE7-DA81-6B8EC23D7A4D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4101A19A-6578-D0A0-E0BD-14A3B2B6C40D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1240B5E4-8F9B-CE81-60D1-EB72A152AA74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A27F45CA-60E7-B758-42C3-6561E415FE09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CAD22C7C-18DC-27C0-4104-7803711C13A7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7CE17578-BF58-39BE-698B-D54E46A27D77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BCD72-244C-818C-C000-E4B10B441CC4}"/>
              </a:ext>
            </a:extLst>
          </p:cNvPr>
          <p:cNvSpPr txBox="1"/>
          <p:nvPr/>
        </p:nvSpPr>
        <p:spPr>
          <a:xfrm>
            <a:off x="843257" y="1128304"/>
            <a:ext cx="108394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</a:t>
            </a:r>
            <a:r>
              <a:rPr lang="th-TH" sz="1600" b="1" dirty="0"/>
              <a:t>ลดขั้นตอนและลดการใช้กระดาษ (</a:t>
            </a:r>
            <a:r>
              <a:rPr lang="en-US" sz="1600" b="1" dirty="0"/>
              <a:t>Paperless &amp; Efficient)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รองรับ </a:t>
            </a:r>
            <a:r>
              <a:rPr lang="en-US" sz="1600" dirty="0"/>
              <a:t>Digital Signature </a:t>
            </a:r>
            <a:r>
              <a:rPr lang="th-TH" sz="1600" dirty="0"/>
              <a:t>ให้ลูกค้าเซ็นชื่อผ่านหน้าจอ (มือถือ/แท็บเล็ต) ได้ทันที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มีระบบ </a:t>
            </a:r>
            <a:r>
              <a:rPr lang="en-US" sz="1600" dirty="0"/>
              <a:t>QR Code </a:t>
            </a:r>
            <a:r>
              <a:rPr lang="th-TH" sz="1600" dirty="0"/>
              <a:t>และ </a:t>
            </a:r>
            <a:r>
              <a:rPr lang="en-US" sz="1600" dirty="0"/>
              <a:t>Customer Portal </a:t>
            </a:r>
            <a:r>
              <a:rPr lang="th-TH" sz="1600" dirty="0"/>
              <a:t>ให้ลูกค้าสแกนเพื่อดูและเซ็นเอกสารได้โดยไม่ต้องส่งไฟล์ไปมา หรือพิมพ์กระดาษออกมาเซ็น</a:t>
            </a:r>
          </a:p>
          <a:p>
            <a:br>
              <a:rPr lang="en-US" sz="1600" dirty="0"/>
            </a:br>
            <a:r>
              <a:rPr lang="en-US" sz="1600" b="1" dirty="0"/>
              <a:t>2. </a:t>
            </a:r>
            <a:r>
              <a:rPr lang="th-TH" sz="1600" b="1" dirty="0"/>
              <a:t>ทำงานได้ทุกที่ ทุกเวลา (</a:t>
            </a:r>
            <a:r>
              <a:rPr lang="en-US" sz="1600" b="1" dirty="0"/>
              <a:t>Mobile Responsive)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หน้าจอออกแบบมาให้รองรับการใช้งานบนมือถือ (</a:t>
            </a:r>
            <a:r>
              <a:rPr lang="en-US" sz="1600" dirty="0"/>
              <a:t>Responsive Design) </a:t>
            </a:r>
            <a:r>
              <a:rPr lang="th-TH" sz="1600" dirty="0"/>
              <a:t>ทำให้ </a:t>
            </a:r>
            <a:r>
              <a:rPr lang="en-US" sz="1600" dirty="0"/>
              <a:t>Sale </a:t>
            </a:r>
            <a:r>
              <a:rPr lang="th-TH" sz="1600" dirty="0"/>
              <a:t>สามารถเปิดใบสั่งซื้อ (</a:t>
            </a:r>
            <a:r>
              <a:rPr lang="en-US" sz="1600" dirty="0"/>
              <a:t>PO) </a:t>
            </a:r>
            <a:r>
              <a:rPr lang="th-TH" sz="1600" dirty="0"/>
              <a:t>หรือติดตามสถานะได้ทันทีจากหน้างานลูกค้า</a:t>
            </a:r>
          </a:p>
          <a:p>
            <a:br>
              <a:rPr lang="en-US" sz="1600" dirty="0"/>
            </a:br>
            <a:r>
              <a:rPr lang="en-US" sz="1600" b="1" dirty="0"/>
              <a:t>3. </a:t>
            </a:r>
            <a:r>
              <a:rPr lang="th-TH" sz="1600" b="1" dirty="0"/>
              <a:t>การแจ้งเตือนที่รวดเร็ว (</a:t>
            </a:r>
            <a:r>
              <a:rPr lang="en-US" sz="1600" b="1" dirty="0"/>
              <a:t>Real-time Notifications)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มีระบบแจ้งเตือน (กระดิ่งสั่น/จุดแดง) ทันทีเมื่อสถานะ </a:t>
            </a:r>
            <a:r>
              <a:rPr lang="en-US" sz="1600" dirty="0"/>
              <a:t>PO </a:t>
            </a:r>
            <a:r>
              <a:rPr lang="th-TH" sz="1600" dirty="0"/>
              <a:t>เปลี่ยนแปลง (เช่น อนุมัติแล้ว, ต้องแก้ไข) ทำให้ไม่พลาดงานสำคัญและลดเวลาการรอคอย</a:t>
            </a:r>
          </a:p>
          <a:p>
            <a:br>
              <a:rPr lang="en-US" sz="1600" dirty="0"/>
            </a:br>
            <a:r>
              <a:rPr lang="en-US" sz="1600" b="1" dirty="0"/>
              <a:t>4. </a:t>
            </a:r>
            <a:r>
              <a:rPr lang="th-TH" sz="1600" b="1" dirty="0"/>
              <a:t>ระบบอนุมัติงานที่เป็นระเบียบ (</a:t>
            </a:r>
            <a:r>
              <a:rPr lang="en-US" sz="1600" b="1" dirty="0"/>
              <a:t>Structured Workflow)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แบ่งสิทธิ์การใช้งานชัดเจน (</a:t>
            </a:r>
            <a:r>
              <a:rPr lang="en-US" sz="1600" dirty="0"/>
              <a:t>Sale, Sale Admin, Administrator, Uploader)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มีสถานะงานที่ชัดเจน (</a:t>
            </a:r>
            <a:r>
              <a:rPr lang="en-US" sz="1600" dirty="0"/>
              <a:t>Draft -&gt; Pending Review -&gt; Approved -&gt; Completed) </a:t>
            </a:r>
            <a:r>
              <a:rPr lang="th-TH" sz="1600" dirty="0"/>
              <a:t>ทำให้ติดตามงานง่ายและตรวจสอบย้อนหลังได้</a:t>
            </a:r>
          </a:p>
          <a:p>
            <a:br>
              <a:rPr lang="en-US" sz="1600" dirty="0"/>
            </a:br>
            <a:r>
              <a:rPr lang="en-US" sz="1600" b="1" dirty="0"/>
              <a:t>5. </a:t>
            </a:r>
            <a:r>
              <a:rPr lang="th-TH" sz="1600" b="1" dirty="0"/>
              <a:t>ช่วยวิเคราะห์และวางแผน (</a:t>
            </a:r>
            <a:r>
              <a:rPr lang="en-US" sz="1600" b="1" dirty="0"/>
              <a:t>Dashboard &amp; Analytics)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มีหน้า </a:t>
            </a:r>
            <a:r>
              <a:rPr lang="en-US" sz="1600" dirty="0"/>
              <a:t>Dashboard </a:t>
            </a:r>
            <a:r>
              <a:rPr lang="th-TH" sz="1600" dirty="0"/>
              <a:t>สรุปยอดขายเทียบเป้าหมาย (</a:t>
            </a:r>
            <a:r>
              <a:rPr lang="en-US" sz="1600" dirty="0"/>
              <a:t>Target vs Actual)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กราฟแสดงสัดส่วนสินค้าขายดีและลูกค้าหลัก ช่วยให้ผู้บริหารหรือหัวหน้าทีมวางแผนกลยุทธ์ได้ง่ายขึ้น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ED4D2D-0D21-4BB4-EB97-CFB27E7C2B7E}"/>
              </a:ext>
            </a:extLst>
          </p:cNvPr>
          <p:cNvSpPr txBox="1"/>
          <p:nvPr/>
        </p:nvSpPr>
        <p:spPr>
          <a:xfrm>
            <a:off x="305926" y="543529"/>
            <a:ext cx="7093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th-TH" sz="3200" b="1" dirty="0">
                <a:solidFill>
                  <a:srgbClr val="2563EB"/>
                </a:solidFill>
                <a:latin typeface="Sarabun"/>
              </a:rPr>
              <a:t>คุณสมบัติของ </a:t>
            </a:r>
            <a:r>
              <a:rPr lang="en-US" sz="3200" b="1" dirty="0">
                <a:solidFill>
                  <a:srgbClr val="2563EB"/>
                </a:solidFill>
                <a:latin typeface="Sarabun"/>
              </a:rPr>
              <a:t>PO-Online</a:t>
            </a:r>
            <a:endParaRPr lang="en-US" sz="3200" b="1" i="0" dirty="0">
              <a:solidFill>
                <a:srgbClr val="2563EB"/>
              </a:solidFill>
              <a:effectLst/>
              <a:latin typeface="Sarabun"/>
            </a:endParaRPr>
          </a:p>
        </p:txBody>
      </p:sp>
    </p:spTree>
    <p:extLst>
      <p:ext uri="{BB962C8B-B14F-4D97-AF65-F5344CB8AC3E}">
        <p14:creationId xmlns:p14="http://schemas.microsoft.com/office/powerpoint/2010/main" val="157036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9458-5079-7A17-3A58-DE8C5130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DDD949D5-F0BB-6670-C6BD-61AD52C30244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1A3008-892B-FDD9-D1D1-715CC8767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CB132487-E094-2815-031E-851EE3BEA6FE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EA1FB80E-44EB-57FB-67DF-70F256BBB747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DCB4B859-CCB3-ECCA-BCC1-8C2E53056C0F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3915854E-E470-5A5E-0E5B-3D2B9B2DAF60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5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13</a:t>
            </a:fld>
            <a:endParaRPr lang="en-GB" sz="105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5F80950D-1F0F-B580-3A00-D4BB2D7735D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08240" y="425016"/>
            <a:ext cx="8080788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5B57D18D-4894-557D-A6C2-495D2648921F}"/>
              </a:ext>
            </a:extLst>
          </p:cNvPr>
          <p:cNvSpPr txBox="1"/>
          <p:nvPr/>
        </p:nvSpPr>
        <p:spPr>
          <a:xfrm>
            <a:off x="8854025" y="4558708"/>
            <a:ext cx="76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39.77%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1">
            <a:extLst>
              <a:ext uri="{FF2B5EF4-FFF2-40B4-BE49-F238E27FC236}">
                <a16:creationId xmlns:a16="http://schemas.microsoft.com/office/drawing/2014/main" id="{C7D2181A-9B8E-05E8-2385-31602DD35077}"/>
              </a:ext>
            </a:extLst>
          </p:cNvPr>
          <p:cNvSpPr txBox="1"/>
          <p:nvPr/>
        </p:nvSpPr>
        <p:spPr>
          <a:xfrm rot="20942695">
            <a:off x="6892084" y="397592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5.42%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3" name="กล่องข้อความ 1">
            <a:extLst>
              <a:ext uri="{FF2B5EF4-FFF2-40B4-BE49-F238E27FC236}">
                <a16:creationId xmlns:a16="http://schemas.microsoft.com/office/drawing/2014/main" id="{5B32709E-AEE4-287C-5830-86331159C855}"/>
              </a:ext>
            </a:extLst>
          </p:cNvPr>
          <p:cNvSpPr txBox="1"/>
          <p:nvPr/>
        </p:nvSpPr>
        <p:spPr>
          <a:xfrm rot="20798090">
            <a:off x="7062333" y="4228655"/>
            <a:ext cx="60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5.15%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1" name="กล่องข้อความ 1">
            <a:extLst>
              <a:ext uri="{FF2B5EF4-FFF2-40B4-BE49-F238E27FC236}">
                <a16:creationId xmlns:a16="http://schemas.microsoft.com/office/drawing/2014/main" id="{CF64A9A8-E30A-378D-A749-B738C8D13222}"/>
              </a:ext>
            </a:extLst>
          </p:cNvPr>
          <p:cNvSpPr txBox="1"/>
          <p:nvPr/>
        </p:nvSpPr>
        <p:spPr>
          <a:xfrm>
            <a:off x="6734699" y="365399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6.75%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1">
            <a:extLst>
              <a:ext uri="{FF2B5EF4-FFF2-40B4-BE49-F238E27FC236}">
                <a16:creationId xmlns:a16="http://schemas.microsoft.com/office/drawing/2014/main" id="{DCDFB86F-B908-D1A9-A8FC-610A8EDF4F40}"/>
              </a:ext>
            </a:extLst>
          </p:cNvPr>
          <p:cNvSpPr txBox="1"/>
          <p:nvPr/>
        </p:nvSpPr>
        <p:spPr>
          <a:xfrm>
            <a:off x="6696966" y="3273643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6.12%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5" name="กล่องข้อความ 1">
            <a:extLst>
              <a:ext uri="{FF2B5EF4-FFF2-40B4-BE49-F238E27FC236}">
                <a16:creationId xmlns:a16="http://schemas.microsoft.com/office/drawing/2014/main" id="{562896F7-F0B6-28F1-51ED-59D3C610880D}"/>
              </a:ext>
            </a:extLst>
          </p:cNvPr>
          <p:cNvSpPr txBox="1"/>
          <p:nvPr/>
        </p:nvSpPr>
        <p:spPr>
          <a:xfrm>
            <a:off x="6757786" y="2882278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7.62%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">
            <a:extLst>
              <a:ext uri="{FF2B5EF4-FFF2-40B4-BE49-F238E27FC236}">
                <a16:creationId xmlns:a16="http://schemas.microsoft.com/office/drawing/2014/main" id="{8405BB2E-7F2A-82A2-2942-7ADF9BB415A9}"/>
              </a:ext>
            </a:extLst>
          </p:cNvPr>
          <p:cNvSpPr txBox="1"/>
          <p:nvPr/>
        </p:nvSpPr>
        <p:spPr>
          <a:xfrm>
            <a:off x="6911881" y="2526900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6.40%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16" name="กล่องข้อความ 1">
            <a:extLst>
              <a:ext uri="{FF2B5EF4-FFF2-40B4-BE49-F238E27FC236}">
                <a16:creationId xmlns:a16="http://schemas.microsoft.com/office/drawing/2014/main" id="{6A0AB3C1-0A4A-7AE7-C1EC-15D47B4D4484}"/>
              </a:ext>
            </a:extLst>
          </p:cNvPr>
          <p:cNvSpPr txBox="1"/>
          <p:nvPr/>
        </p:nvSpPr>
        <p:spPr>
          <a:xfrm rot="1447342">
            <a:off x="7139165" y="2238241"/>
            <a:ext cx="64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6.03%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0" name="กล่องข้อความ 1">
            <a:extLst>
              <a:ext uri="{FF2B5EF4-FFF2-40B4-BE49-F238E27FC236}">
                <a16:creationId xmlns:a16="http://schemas.microsoft.com/office/drawing/2014/main" id="{F613888A-8F0F-205A-1309-FE273D526C4F}"/>
              </a:ext>
            </a:extLst>
          </p:cNvPr>
          <p:cNvSpPr txBox="1"/>
          <p:nvPr/>
        </p:nvSpPr>
        <p:spPr>
          <a:xfrm rot="946557">
            <a:off x="7483428" y="1985611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10.02%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8">
            <a:extLst>
              <a:ext uri="{FF2B5EF4-FFF2-40B4-BE49-F238E27FC236}">
                <a16:creationId xmlns:a16="http://schemas.microsoft.com/office/drawing/2014/main" id="{6990F990-4549-AA09-054D-2248698D22A4}"/>
              </a:ext>
            </a:extLst>
          </p:cNvPr>
          <p:cNvSpPr txBox="1"/>
          <p:nvPr/>
        </p:nvSpPr>
        <p:spPr>
          <a:xfrm>
            <a:off x="10189028" y="224961"/>
            <a:ext cx="149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กล่องข้อความ 1">
            <a:extLst>
              <a:ext uri="{FF2B5EF4-FFF2-40B4-BE49-F238E27FC236}">
                <a16:creationId xmlns:a16="http://schemas.microsoft.com/office/drawing/2014/main" id="{B9E1573B-982B-A8AE-0712-805BEB469D6E}"/>
              </a:ext>
            </a:extLst>
          </p:cNvPr>
          <p:cNvSpPr txBox="1"/>
          <p:nvPr/>
        </p:nvSpPr>
        <p:spPr>
          <a:xfrm rot="2273870">
            <a:off x="7945301" y="1830375"/>
            <a:ext cx="746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6.72%</a:t>
            </a:r>
            <a:endParaRPr lang="th-TH" sz="1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CD772D-9CE4-1C3B-C3A5-08CE28D3544B}"/>
              </a:ext>
            </a:extLst>
          </p:cNvPr>
          <p:cNvSpPr txBox="1"/>
          <p:nvPr/>
        </p:nvSpPr>
        <p:spPr>
          <a:xfrm>
            <a:off x="843257" y="1128304"/>
            <a:ext cx="108394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6. </a:t>
            </a:r>
            <a:r>
              <a:rPr lang="th-TH" sz="1600" b="1" dirty="0"/>
              <a:t>ความถูกต้องของข้อมูล (</a:t>
            </a:r>
            <a:r>
              <a:rPr lang="en-US" sz="1600" b="1" dirty="0"/>
              <a:t>Data Integrity)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ระบบคำนวณยอดเงิน ส่วนลด และภาษีให้อัตโนมัติ ลดความผิดพลาดจาก </a:t>
            </a:r>
            <a:r>
              <a:rPr lang="en-US" sz="1600" dirty="0"/>
              <a:t>Human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มีฐานข้อมูลลูกค้าและสินค้ากลางเดียวกันกับ </a:t>
            </a:r>
            <a:r>
              <a:rPr lang="en-US" sz="1600" dirty="0"/>
              <a:t>SAP B1</a:t>
            </a:r>
            <a:r>
              <a:rPr lang="th-TH" sz="1600" dirty="0"/>
              <a:t> (รองรับ </a:t>
            </a:r>
            <a:r>
              <a:rPr lang="en-US" sz="1600" dirty="0"/>
              <a:t>Import/Export CSV ) </a:t>
            </a:r>
            <a:r>
              <a:rPr lang="th-TH" sz="1600" dirty="0"/>
              <a:t>ทำให้ข้อมูลเป็นมาตรฐานเดียวกันทั้งองค์กร</a:t>
            </a:r>
          </a:p>
          <a:p>
            <a:endParaRPr lang="en-US" sz="1600" b="1" dirty="0"/>
          </a:p>
          <a:p>
            <a:r>
              <a:rPr lang="en-US" sz="1600" b="1" dirty="0"/>
              <a:t>7. </a:t>
            </a:r>
            <a:r>
              <a:rPr lang="th-TH" sz="1600" b="1" dirty="0"/>
              <a:t>เอกสารดูเป็นมืออาชีพ (</a:t>
            </a:r>
            <a:r>
              <a:rPr lang="en-US" sz="1600" b="1" dirty="0"/>
              <a:t>Professional Documentation)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sz="1600" dirty="0"/>
              <a:t>สามารถออกใบ </a:t>
            </a:r>
            <a:r>
              <a:rPr lang="en-US" sz="1600" dirty="0"/>
              <a:t>PO </a:t>
            </a:r>
            <a:r>
              <a:rPr lang="th-TH" sz="1600" dirty="0"/>
              <a:t>ในรูปแบบ </a:t>
            </a:r>
            <a:r>
              <a:rPr lang="en-US" sz="1600" dirty="0"/>
              <a:t>PDF </a:t>
            </a:r>
            <a:r>
              <a:rPr lang="th-TH" sz="1600" dirty="0"/>
              <a:t>ที่สวยงามและเป็นมาตรฐาน พร้อมลายเซ็นดิจิทัลที่ครบถ้วน (ทั้งผู้ขายและลูกค้า)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321C5D-AB2C-D432-9984-6EF3A0C28726}"/>
              </a:ext>
            </a:extLst>
          </p:cNvPr>
          <p:cNvSpPr txBox="1"/>
          <p:nvPr/>
        </p:nvSpPr>
        <p:spPr>
          <a:xfrm>
            <a:off x="305926" y="543529"/>
            <a:ext cx="7093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th-TH" sz="3200" b="1" dirty="0">
                <a:solidFill>
                  <a:srgbClr val="2563EB"/>
                </a:solidFill>
                <a:latin typeface="Sarabun"/>
              </a:rPr>
              <a:t>คุณสมบัติของ </a:t>
            </a:r>
            <a:r>
              <a:rPr lang="en-US" sz="3200" b="1" dirty="0">
                <a:solidFill>
                  <a:srgbClr val="2563EB"/>
                </a:solidFill>
                <a:latin typeface="Sarabun"/>
              </a:rPr>
              <a:t>PO-Online</a:t>
            </a:r>
            <a:endParaRPr lang="en-US" sz="3200" b="1" i="0" dirty="0">
              <a:solidFill>
                <a:srgbClr val="2563EB"/>
              </a:solidFill>
              <a:effectLst/>
              <a:latin typeface="Sarabu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A6D7C-C2D3-E32E-3E1E-0E798AFDC6D9}"/>
              </a:ext>
            </a:extLst>
          </p:cNvPr>
          <p:cNvSpPr txBox="1"/>
          <p:nvPr/>
        </p:nvSpPr>
        <p:spPr>
          <a:xfrm>
            <a:off x="417470" y="3251537"/>
            <a:ext cx="114623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“</a:t>
            </a:r>
            <a:r>
              <a:rPr lang="th-TH" b="1" dirty="0">
                <a:solidFill>
                  <a:srgbClr val="FF0000"/>
                </a:solidFill>
              </a:rPr>
              <a:t>เปลี่ยนการทำงานจาก </a:t>
            </a:r>
            <a:r>
              <a:rPr lang="en-US" b="1" dirty="0">
                <a:solidFill>
                  <a:srgbClr val="FF0000"/>
                </a:solidFill>
              </a:rPr>
              <a:t>Manual </a:t>
            </a:r>
            <a:r>
              <a:rPr lang="th-TH" b="1" dirty="0">
                <a:solidFill>
                  <a:srgbClr val="FF0000"/>
                </a:solidFill>
              </a:rPr>
              <a:t>มาเป็น </a:t>
            </a:r>
            <a:r>
              <a:rPr lang="en-US" b="1" dirty="0">
                <a:solidFill>
                  <a:srgbClr val="FF0000"/>
                </a:solidFill>
              </a:rPr>
              <a:t>Digital </a:t>
            </a:r>
            <a:r>
              <a:rPr lang="th-TH" b="1" dirty="0">
                <a:solidFill>
                  <a:srgbClr val="FF0000"/>
                </a:solidFill>
              </a:rPr>
              <a:t>อย่างเต็มรูปแบบ ช่วยเพิ่มประสิทธิภาพและความรวดเร็วให้กับทีมขายและฝ่ายจัดการได้เป็นอย่างดี</a:t>
            </a:r>
            <a:r>
              <a:rPr lang="en-US" b="1" dirty="0">
                <a:solidFill>
                  <a:srgbClr val="FF0000"/>
                </a:solidFill>
              </a:rPr>
              <a:t>”</a:t>
            </a:r>
            <a:endParaRPr lang="th-TH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2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0F39-BECE-E4BD-5592-4AB253C6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B7C1EEA-339E-3DC6-E60B-9BEBBBC78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9" y="125083"/>
            <a:ext cx="1821840" cy="380797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CF2CB8EA-CB2C-D55C-4B21-9A4DB4455C3B}"/>
              </a:ext>
            </a:extLst>
          </p:cNvPr>
          <p:cNvSpPr/>
          <p:nvPr/>
        </p:nvSpPr>
        <p:spPr>
          <a:xfrm rot="5247355" flipH="1">
            <a:off x="2529239" y="3221080"/>
            <a:ext cx="1013411" cy="608111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CFB762A-EF2E-E71E-B7F0-CD24796DFCFF}"/>
              </a:ext>
            </a:extLst>
          </p:cNvPr>
          <p:cNvSpPr/>
          <p:nvPr/>
        </p:nvSpPr>
        <p:spPr>
          <a:xfrm rot="5247809" flipH="1">
            <a:off x="3180699" y="3024333"/>
            <a:ext cx="572264" cy="6938562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20BBAA5A-5268-A54A-5CCD-B77E8150CDBD}"/>
              </a:ext>
            </a:extLst>
          </p:cNvPr>
          <p:cNvSpPr/>
          <p:nvPr/>
        </p:nvSpPr>
        <p:spPr>
          <a:xfrm rot="5400000" flipH="1" flipV="1">
            <a:off x="8805377" y="3383769"/>
            <a:ext cx="571500" cy="6201747"/>
          </a:xfrm>
          <a:prstGeom prst="rtTriangle">
            <a:avLst/>
          </a:prstGeom>
          <a:solidFill>
            <a:srgbClr val="209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EB9AA56B-74E3-1128-5621-E7499AF7650C}"/>
              </a:ext>
            </a:extLst>
          </p:cNvPr>
          <p:cNvSpPr/>
          <p:nvPr/>
        </p:nvSpPr>
        <p:spPr>
          <a:xfrm rot="5400000" flipH="1" flipV="1">
            <a:off x="7443470" y="2109469"/>
            <a:ext cx="342901" cy="915416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06FAD223-3347-44FC-F064-08444632FE0D}"/>
              </a:ext>
            </a:extLst>
          </p:cNvPr>
          <p:cNvCxnSpPr/>
          <p:nvPr/>
        </p:nvCxnSpPr>
        <p:spPr>
          <a:xfrm>
            <a:off x="6888163" y="6705600"/>
            <a:ext cx="234791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9">
            <a:extLst>
              <a:ext uri="{FF2B5EF4-FFF2-40B4-BE49-F238E27FC236}">
                <a16:creationId xmlns:a16="http://schemas.microsoft.com/office/drawing/2014/main" id="{A96D3F0E-BBDC-782C-7A3B-E7C19922D52A}"/>
              </a:ext>
            </a:extLst>
          </p:cNvPr>
          <p:cNvSpPr/>
          <p:nvPr/>
        </p:nvSpPr>
        <p:spPr>
          <a:xfrm>
            <a:off x="11682708" y="158915"/>
            <a:ext cx="451175" cy="44026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0188F47D-47C0-44EC-A2B3-A037D94EDCE1}" type="slidenum">
              <a:rPr lang="en-US" sz="100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pPr algn="ctr"/>
              <a:t>14</a:t>
            </a:fld>
            <a:endParaRPr lang="en-GB" sz="100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3" name="ตัวเชื่อมต่อตรง 2">
            <a:extLst>
              <a:ext uri="{FF2B5EF4-FFF2-40B4-BE49-F238E27FC236}">
                <a16:creationId xmlns:a16="http://schemas.microsoft.com/office/drawing/2014/main" id="{B8D842B6-FB9B-10BC-8005-EE5B406858DD}"/>
              </a:ext>
            </a:extLst>
          </p:cNvPr>
          <p:cNvCxnSpPr>
            <a:cxnSpLocks/>
          </p:cNvCxnSpPr>
          <p:nvPr/>
        </p:nvCxnSpPr>
        <p:spPr>
          <a:xfrm>
            <a:off x="2108240" y="425016"/>
            <a:ext cx="8569285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38CCC62-BFAF-807D-F380-5D1BD29A2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374" y="1904507"/>
            <a:ext cx="5535491" cy="431416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F84B4C4-266A-425C-A783-BB075BD85539}"/>
              </a:ext>
            </a:extLst>
          </p:cNvPr>
          <p:cNvSpPr txBox="1">
            <a:spLocks/>
          </p:cNvSpPr>
          <p:nvPr/>
        </p:nvSpPr>
        <p:spPr>
          <a:xfrm>
            <a:off x="1418251" y="1289143"/>
            <a:ext cx="9144004" cy="21505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pPr algn="ctr"/>
            <a:r>
              <a:rPr lang="en-US" sz="6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Thank You</a:t>
            </a:r>
          </a:p>
        </p:txBody>
      </p:sp>
      <p:sp>
        <p:nvSpPr>
          <p:cNvPr id="11" name="กล่องข้อความ 8">
            <a:extLst>
              <a:ext uri="{FF2B5EF4-FFF2-40B4-BE49-F238E27FC236}">
                <a16:creationId xmlns:a16="http://schemas.microsoft.com/office/drawing/2014/main" id="{0CD9617F-7A73-CA9B-65CB-ADE56D836E06}"/>
              </a:ext>
            </a:extLst>
          </p:cNvPr>
          <p:cNvSpPr txBox="1"/>
          <p:nvPr/>
        </p:nvSpPr>
        <p:spPr>
          <a:xfrm>
            <a:off x="10083760" y="224961"/>
            <a:ext cx="15974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PO-Online</a:t>
            </a:r>
            <a:endParaRPr lang="en-GB" sz="2000" b="1" dirty="0">
              <a:solidFill>
                <a:srgbClr val="00206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4718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กำหนดเอง 2">
      <a:majorFont>
        <a:latin typeface="Prompt"/>
        <a:ea typeface=""/>
        <a:cs typeface="Prompt"/>
      </a:majorFont>
      <a:minorFont>
        <a:latin typeface="Prompt"/>
        <a:ea typeface=""/>
        <a:cs typeface="Promp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30165</TotalTime>
  <Words>919</Words>
  <Application>Microsoft Office PowerPoint</Application>
  <PresentationFormat>Widescreen</PresentationFormat>
  <Paragraphs>219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Prompt</vt:lpstr>
      <vt:lpstr>Aptos</vt:lpstr>
      <vt:lpstr>Sarabun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Chaiyaphon.I</dc:creator>
  <cp:lastModifiedBy>Chaiwat Nilawan</cp:lastModifiedBy>
  <cp:revision>568</cp:revision>
  <dcterms:created xsi:type="dcterms:W3CDTF">2022-02-16T06:05:49Z</dcterms:created>
  <dcterms:modified xsi:type="dcterms:W3CDTF">2025-12-13T00:38:16Z</dcterms:modified>
</cp:coreProperties>
</file>